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306" r:id="rId5"/>
    <p:sldId id="258" r:id="rId6"/>
    <p:sldId id="259" r:id="rId7"/>
    <p:sldId id="260" r:id="rId8"/>
    <p:sldId id="261" r:id="rId9"/>
    <p:sldId id="271" r:id="rId10"/>
    <p:sldId id="272" r:id="rId11"/>
    <p:sldId id="273" r:id="rId12"/>
    <p:sldId id="274" r:id="rId13"/>
    <p:sldId id="321" r:id="rId14"/>
    <p:sldId id="278" r:id="rId15"/>
    <p:sldId id="277" r:id="rId16"/>
    <p:sldId id="262" r:id="rId17"/>
    <p:sldId id="265" r:id="rId18"/>
    <p:sldId id="283" r:id="rId19"/>
    <p:sldId id="312" r:id="rId20"/>
    <p:sldId id="314" r:id="rId21"/>
    <p:sldId id="297" r:id="rId22"/>
    <p:sldId id="322" r:id="rId23"/>
    <p:sldId id="318" r:id="rId24"/>
    <p:sldId id="324" r:id="rId32"/>
    <p:sldId id="325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38EBC7-5023-244D-B7A7-E8F66D11DBBA}" v="4" dt="2026-02-21T15:10:14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/>
    <p:restoredTop sz="94694"/>
  </p:normalViewPr>
  <p:slideViewPr>
    <p:cSldViewPr snapToGrid="0">
      <p:cViewPr varScale="1">
        <p:scale>
          <a:sx n="131" d="100"/>
          <a:sy n="131" d="100"/>
        </p:scale>
        <p:origin x="1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michi Nishida" userId="S::akimichi_nishida@gmsbiz.net::9199f491-a93b-4d99-8b88-108a4f62e909" providerId="AD" clId="Web-{1D039CCA-4243-7ACF-113F-774B8CFFAC22}"/>
    <pc:docChg chg="addSld modSld">
      <pc:chgData name="Akimichi Nishida" userId="S::akimichi_nishida@gmsbiz.net::9199f491-a93b-4d99-8b88-108a4f62e909" providerId="AD" clId="Web-{1D039CCA-4243-7ACF-113F-774B8CFFAC22}" dt="2026-02-11T05:25:16.228" v="6" actId="1076"/>
      <pc:docMkLst>
        <pc:docMk/>
      </pc:docMkLst>
      <pc:sldChg chg="addSp modSp">
        <pc:chgData name="Akimichi Nishida" userId="S::akimichi_nishida@gmsbiz.net::9199f491-a93b-4d99-8b88-108a4f62e909" providerId="AD" clId="Web-{1D039CCA-4243-7ACF-113F-774B8CFFAC22}" dt="2026-02-11T05:25:16.228" v="6" actId="1076"/>
        <pc:sldMkLst>
          <pc:docMk/>
          <pc:sldMk cId="2025493674" sldId="271"/>
        </pc:sldMkLst>
        <pc:picChg chg="add mod">
          <ac:chgData name="Akimichi Nishida" userId="S::akimichi_nishida@gmsbiz.net::9199f491-a93b-4d99-8b88-108a4f62e909" providerId="AD" clId="Web-{1D039CCA-4243-7ACF-113F-774B8CFFAC22}" dt="2026-02-11T05:25:16.228" v="6" actId="1076"/>
          <ac:picMkLst>
            <pc:docMk/>
            <pc:sldMk cId="2025493674" sldId="271"/>
            <ac:picMk id="22" creationId="{D6B5A15C-5686-FE55-D9D3-AD3DFD6FD77C}"/>
          </ac:picMkLst>
        </pc:picChg>
      </pc:sldChg>
      <pc:sldChg chg="addSp modSp add replId">
        <pc:chgData name="Akimichi Nishida" userId="S::akimichi_nishida@gmsbiz.net::9199f491-a93b-4d99-8b88-108a4f62e909" providerId="AD" clId="Web-{1D039CCA-4243-7ACF-113F-774B8CFFAC22}" dt="2026-02-11T05:24:56.977" v="3" actId="1076"/>
        <pc:sldMkLst>
          <pc:docMk/>
          <pc:sldMk cId="3604187889" sldId="272"/>
        </pc:sldMkLst>
        <pc:picChg chg="add mod">
          <ac:chgData name="Akimichi Nishida" userId="S::akimichi_nishida@gmsbiz.net::9199f491-a93b-4d99-8b88-108a4f62e909" providerId="AD" clId="Web-{1D039CCA-4243-7ACF-113F-774B8CFFAC22}" dt="2026-02-11T05:24:56.977" v="3" actId="1076"/>
          <ac:picMkLst>
            <pc:docMk/>
            <pc:sldMk cId="3604187889" sldId="272"/>
            <ac:picMk id="22" creationId="{718EFB1C-A136-03BA-07F4-153AF9F594D3}"/>
          </ac:picMkLst>
        </pc:picChg>
      </pc:sldChg>
    </pc:docChg>
  </pc:docChgLst>
  <pc:docChgLst>
    <pc:chgData name="Akimichi Nishida" userId="S::akimichi_nishida@gmsbiz.net::9199f491-a93b-4d99-8b88-108a4f62e909" providerId="AD" clId="Web-{B9C0B21C-C1C7-A589-EE6A-7744CA9C21F3}"/>
    <pc:docChg chg="addSld modSld">
      <pc:chgData name="Akimichi Nishida" userId="S::akimichi_nishida@gmsbiz.net::9199f491-a93b-4d99-8b88-108a4f62e909" providerId="AD" clId="Web-{B9C0B21C-C1C7-A589-EE6A-7744CA9C21F3}" dt="2026-02-11T05:29:30.383" v="31" actId="1076"/>
      <pc:docMkLst>
        <pc:docMk/>
      </pc:docMkLst>
      <pc:sldChg chg="addSp delSp modSp add replId">
        <pc:chgData name="Akimichi Nishida" userId="S::akimichi_nishida@gmsbiz.net::9199f491-a93b-4d99-8b88-108a4f62e909" providerId="AD" clId="Web-{B9C0B21C-C1C7-A589-EE6A-7744CA9C21F3}" dt="2026-02-11T05:26:42.287" v="4" actId="1076"/>
        <pc:sldMkLst>
          <pc:docMk/>
          <pc:sldMk cId="1539218572" sldId="273"/>
        </pc:sldMkLst>
        <pc:picChg chg="add mod">
          <ac:chgData name="Akimichi Nishida" userId="S::akimichi_nishida@gmsbiz.net::9199f491-a93b-4d99-8b88-108a4f62e909" providerId="AD" clId="Web-{B9C0B21C-C1C7-A589-EE6A-7744CA9C21F3}" dt="2026-02-11T05:26:42.287" v="4" actId="1076"/>
          <ac:picMkLst>
            <pc:docMk/>
            <pc:sldMk cId="1539218572" sldId="273"/>
            <ac:picMk id="23" creationId="{2F645E34-2AA2-F9A2-84B0-B5A951DE402B}"/>
          </ac:picMkLst>
        </pc:picChg>
      </pc:sldChg>
      <pc:sldChg chg="addSp delSp modSp add replId">
        <pc:chgData name="Akimichi Nishida" userId="S::akimichi_nishida@gmsbiz.net::9199f491-a93b-4d99-8b88-108a4f62e909" providerId="AD" clId="Web-{B9C0B21C-C1C7-A589-EE6A-7744CA9C21F3}" dt="2026-02-11T05:27:18.163" v="11" actId="1076"/>
        <pc:sldMkLst>
          <pc:docMk/>
          <pc:sldMk cId="29882331" sldId="274"/>
        </pc:sldMkLst>
        <pc:picChg chg="add mod">
          <ac:chgData name="Akimichi Nishida" userId="S::akimichi_nishida@gmsbiz.net::9199f491-a93b-4d99-8b88-108a4f62e909" providerId="AD" clId="Web-{B9C0B21C-C1C7-A589-EE6A-7744CA9C21F3}" dt="2026-02-11T05:27:18.163" v="11" actId="1076"/>
          <ac:picMkLst>
            <pc:docMk/>
            <pc:sldMk cId="29882331" sldId="274"/>
            <ac:picMk id="22" creationId="{F169F792-E633-A8A9-418C-B94770F6BF5C}"/>
          </ac:picMkLst>
        </pc:picChg>
      </pc:sldChg>
      <pc:sldChg chg="addSp delSp modSp add replId">
        <pc:chgData name="Akimichi Nishida" userId="S::akimichi_nishida@gmsbiz.net::9199f491-a93b-4d99-8b88-108a4f62e909" providerId="AD" clId="Web-{B9C0B21C-C1C7-A589-EE6A-7744CA9C21F3}" dt="2026-02-11T05:28:50.867" v="26" actId="1076"/>
        <pc:sldMkLst>
          <pc:docMk/>
          <pc:sldMk cId="3618399124" sldId="277"/>
        </pc:sldMkLst>
        <pc:picChg chg="add mod">
          <ac:chgData name="Akimichi Nishida" userId="S::akimichi_nishida@gmsbiz.net::9199f491-a93b-4d99-8b88-108a4f62e909" providerId="AD" clId="Web-{B9C0B21C-C1C7-A589-EE6A-7744CA9C21F3}" dt="2026-02-11T05:28:50.867" v="26" actId="1076"/>
          <ac:picMkLst>
            <pc:docMk/>
            <pc:sldMk cId="3618399124" sldId="277"/>
            <ac:picMk id="23" creationId="{54212725-DCE1-F196-F0A4-38DEB2A6E0D9}"/>
          </ac:picMkLst>
        </pc:picChg>
      </pc:sldChg>
    </pc:docChg>
  </pc:docChgLst>
  <pc:docChgLst>
    <pc:chgData name="Go Muto" userId="S::go_muto@gmsbiz.net::0ea32aeb-8bc2-4177-b806-bfac87ba8199" providerId="AD" clId="Web-{ACDB0AD3-46F1-9660-0308-F442A077C455}"/>
    <pc:docChg chg="addSld delSld modSld sldOrd">
      <pc:chgData name="Go Muto" userId="S::go_muto@gmsbiz.net::0ea32aeb-8bc2-4177-b806-bfac87ba8199" providerId="AD" clId="Web-{ACDB0AD3-46F1-9660-0308-F442A077C455}" dt="2026-02-11T05:37:53.093" v="12"/>
      <pc:docMkLst>
        <pc:docMk/>
      </pc:docMkLst>
      <pc:sldChg chg="addSp modSp add del">
        <pc:chgData name="Go Muto" userId="S::go_muto@gmsbiz.net::0ea32aeb-8bc2-4177-b806-bfac87ba8199" providerId="AD" clId="Web-{ACDB0AD3-46F1-9660-0308-F442A077C455}" dt="2026-02-11T05:37:53.093" v="12"/>
        <pc:sldMkLst>
          <pc:docMk/>
          <pc:sldMk cId="0" sldId="262"/>
        </pc:sldMkLst>
        <pc:picChg chg="add mod">
          <ac:chgData name="Go Muto" userId="S::go_muto@gmsbiz.net::0ea32aeb-8bc2-4177-b806-bfac87ba8199" providerId="AD" clId="Web-{ACDB0AD3-46F1-9660-0308-F442A077C455}" dt="2026-02-11T05:37:10.717" v="7" actId="14100"/>
          <ac:picMkLst>
            <pc:docMk/>
            <pc:sldMk cId="0" sldId="262"/>
            <ac:picMk id="23" creationId="{0A7FAD56-A7AC-4108-9E57-CF57B911F08B}"/>
          </ac:picMkLst>
        </pc:picChg>
      </pc:sldChg>
      <pc:sldChg chg="add del">
        <pc:chgData name="Go Muto" userId="S::go_muto@gmsbiz.net::0ea32aeb-8bc2-4177-b806-bfac87ba8199" providerId="AD" clId="Web-{ACDB0AD3-46F1-9660-0308-F442A077C455}" dt="2026-02-11T05:37:51.374" v="11"/>
        <pc:sldMkLst>
          <pc:docMk/>
          <pc:sldMk cId="0" sldId="265"/>
        </pc:sldMkLst>
      </pc:sldChg>
      <pc:sldChg chg="delSp add ord replId">
        <pc:chgData name="Go Muto" userId="S::go_muto@gmsbiz.net::0ea32aeb-8bc2-4177-b806-bfac87ba8199" providerId="AD" clId="Web-{ACDB0AD3-46F1-9660-0308-F442A077C455}" dt="2026-02-11T05:24:34.186" v="4"/>
        <pc:sldMkLst>
          <pc:docMk/>
          <pc:sldMk cId="2025493674" sldId="271"/>
        </pc:sldMkLst>
      </pc:sldChg>
    </pc:docChg>
  </pc:docChgLst>
  <pc:docChgLst>
    <pc:chgData name="Go Muto" userId="S::go_muto@gmsbiz.net::0ea32aeb-8bc2-4177-b806-bfac87ba8199" providerId="AD" clId="Web-{E2776F8D-D6C6-1B4B-16F8-95A28AB1FE6E}"/>
    <pc:docChg chg="addSld modSld">
      <pc:chgData name="Go Muto" userId="S::go_muto@gmsbiz.net::0ea32aeb-8bc2-4177-b806-bfac87ba8199" providerId="AD" clId="Web-{E2776F8D-D6C6-1B4B-16F8-95A28AB1FE6E}" dt="2026-02-12T01:03:05.837" v="50" actId="1076"/>
      <pc:docMkLst>
        <pc:docMk/>
      </pc:docMkLst>
      <pc:sldChg chg="modSp">
        <pc:chgData name="Go Muto" userId="S::go_muto@gmsbiz.net::0ea32aeb-8bc2-4177-b806-bfac87ba8199" providerId="AD" clId="Web-{E2776F8D-D6C6-1B4B-16F8-95A28AB1FE6E}" dt="2026-02-12T01:00:44.904" v="9" actId="20577"/>
        <pc:sldMkLst>
          <pc:docMk/>
          <pc:sldMk cId="0" sldId="262"/>
        </pc:sldMkLst>
        <pc:spChg chg="mod">
          <ac:chgData name="Go Muto" userId="S::go_muto@gmsbiz.net::0ea32aeb-8bc2-4177-b806-bfac87ba8199" providerId="AD" clId="Web-{E2776F8D-D6C6-1B4B-16F8-95A28AB1FE6E}" dt="2026-02-12T01:00:44.904" v="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Go Muto" userId="S::go_muto@gmsbiz.net::0ea32aeb-8bc2-4177-b806-bfac87ba8199" providerId="AD" clId="Web-{E2776F8D-D6C6-1B4B-16F8-95A28AB1FE6E}" dt="2026-02-12T01:00:42.294" v="7" actId="20577"/>
        <pc:sldMkLst>
          <pc:docMk/>
          <pc:sldMk cId="3618399124" sldId="277"/>
        </pc:sldMkLst>
        <pc:spChg chg="mod">
          <ac:chgData name="Go Muto" userId="S::go_muto@gmsbiz.net::0ea32aeb-8bc2-4177-b806-bfac87ba8199" providerId="AD" clId="Web-{E2776F8D-D6C6-1B4B-16F8-95A28AB1FE6E}" dt="2026-02-12T01:00:42.294" v="7" actId="20577"/>
          <ac:spMkLst>
            <pc:docMk/>
            <pc:sldMk cId="3618399124" sldId="277"/>
            <ac:spMk id="3" creationId="{20BFD28A-6584-AA06-7BBE-DA037E389CC5}"/>
          </ac:spMkLst>
        </pc:spChg>
      </pc:sldChg>
      <pc:sldChg chg="modSp add replId">
        <pc:chgData name="Go Muto" userId="S::go_muto@gmsbiz.net::0ea32aeb-8bc2-4177-b806-bfac87ba8199" providerId="AD" clId="Web-{E2776F8D-D6C6-1B4B-16F8-95A28AB1FE6E}" dt="2026-02-12T01:01:46.206" v="21" actId="20577"/>
        <pc:sldMkLst>
          <pc:docMk/>
          <pc:sldMk cId="2653292976" sldId="278"/>
        </pc:sldMkLst>
        <pc:spChg chg="mod">
          <ac:chgData name="Go Muto" userId="S::go_muto@gmsbiz.net::0ea32aeb-8bc2-4177-b806-bfac87ba8199" providerId="AD" clId="Web-{E2776F8D-D6C6-1B4B-16F8-95A28AB1FE6E}" dt="2026-02-12T01:00:37.981" v="5" actId="20577"/>
          <ac:spMkLst>
            <pc:docMk/>
            <pc:sldMk cId="2653292976" sldId="278"/>
            <ac:spMk id="3" creationId="{B4D2C661-FE61-7375-A24B-73C5B04570BE}"/>
          </ac:spMkLst>
        </pc:spChg>
        <pc:spChg chg="mod">
          <ac:chgData name="Go Muto" userId="S::go_muto@gmsbiz.net::0ea32aeb-8bc2-4177-b806-bfac87ba8199" providerId="AD" clId="Web-{E2776F8D-D6C6-1B4B-16F8-95A28AB1FE6E}" dt="2026-02-12T01:01:25.080" v="19" actId="20577"/>
          <ac:spMkLst>
            <pc:docMk/>
            <pc:sldMk cId="2653292976" sldId="278"/>
            <ac:spMk id="4" creationId="{88A5B7E6-A500-B090-D068-BEC4A1B50D11}"/>
          </ac:spMkLst>
        </pc:spChg>
        <pc:spChg chg="mod">
          <ac:chgData name="Go Muto" userId="S::go_muto@gmsbiz.net::0ea32aeb-8bc2-4177-b806-bfac87ba8199" providerId="AD" clId="Web-{E2776F8D-D6C6-1B4B-16F8-95A28AB1FE6E}" dt="2026-02-12T01:01:46.206" v="21" actId="20577"/>
          <ac:spMkLst>
            <pc:docMk/>
            <pc:sldMk cId="2653292976" sldId="278"/>
            <ac:spMk id="25" creationId="{283D74A9-1DE6-F06F-7C6E-189A4058E619}"/>
          </ac:spMkLst>
        </pc:spChg>
      </pc:sldChg>
    </pc:docChg>
  </pc:docChgLst>
  <pc:docChgLst>
    <pc:chgData name="Go Muto" userId="S::go_muto@gmsbiz.net::0ea32aeb-8bc2-4177-b806-bfac87ba8199" providerId="AD" clId="Web-{46BB73E6-E88D-E6D9-7B1B-A381144A5A3C}"/>
    <pc:docChg chg="delSld modSld">
      <pc:chgData name="Go Muto" userId="S::go_muto@gmsbiz.net::0ea32aeb-8bc2-4177-b806-bfac87ba8199" providerId="AD" clId="Web-{46BB73E6-E88D-E6D9-7B1B-A381144A5A3C}" dt="2026-02-11T14:23:53.771" v="435" actId="14100"/>
      <pc:docMkLst>
        <pc:docMk/>
      </pc:docMkLst>
      <pc:sldChg chg="delSp modSp">
        <pc:chgData name="Go Muto" userId="S::go_muto@gmsbiz.net::0ea32aeb-8bc2-4177-b806-bfac87ba8199" providerId="AD" clId="Web-{46BB73E6-E88D-E6D9-7B1B-A381144A5A3C}" dt="2026-02-11T14:22:44.489" v="421"/>
        <pc:sldMkLst>
          <pc:docMk/>
          <pc:sldMk cId="0" sldId="262"/>
        </pc:sldMkLst>
        <pc:spChg chg="mod">
          <ac:chgData name="Go Muto" userId="S::go_muto@gmsbiz.net::0ea32aeb-8bc2-4177-b806-bfac87ba8199" providerId="AD" clId="Web-{46BB73E6-E88D-E6D9-7B1B-A381144A5A3C}" dt="2026-02-11T14:21:25.019" v="372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1:28.347" v="37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40.004" v="42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1:42.925" v="377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33.536" v="414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33.536" v="41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33.551" v="416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33.567" v="417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Go Muto" userId="S::go_muto@gmsbiz.net::0ea32aeb-8bc2-4177-b806-bfac87ba8199" providerId="AD" clId="Web-{46BB73E6-E88D-E6D9-7B1B-A381144A5A3C}" dt="2026-02-11T14:22:33.567" v="418" actId="1076"/>
          <ac:spMkLst>
            <pc:docMk/>
            <pc:sldMk cId="0" sldId="262"/>
            <ac:spMk id="22" creationId="{00000000-0000-0000-0000-000000000000}"/>
          </ac:spMkLst>
        </pc:spChg>
        <pc:picChg chg="mod">
          <ac:chgData name="Go Muto" userId="S::go_muto@gmsbiz.net::0ea32aeb-8bc2-4177-b806-bfac87ba8199" providerId="AD" clId="Web-{46BB73E6-E88D-E6D9-7B1B-A381144A5A3C}" dt="2026-02-11T05:38:52.003" v="72" actId="14100"/>
          <ac:picMkLst>
            <pc:docMk/>
            <pc:sldMk cId="0" sldId="262"/>
            <ac:picMk id="23" creationId="{0A7FAD56-A7AC-4108-9E57-CF57B911F08B}"/>
          </ac:picMkLst>
        </pc:picChg>
      </pc:sldChg>
      <pc:sldChg chg="addSp delSp modSp">
        <pc:chgData name="Go Muto" userId="S::go_muto@gmsbiz.net::0ea32aeb-8bc2-4177-b806-bfac87ba8199" providerId="AD" clId="Web-{46BB73E6-E88D-E6D9-7B1B-A381144A5A3C}" dt="2026-02-11T05:43:19.124" v="177" actId="14100"/>
        <pc:sldMkLst>
          <pc:docMk/>
          <pc:sldMk cId="2025493674" sldId="271"/>
        </pc:sldMkLst>
        <pc:spChg chg="mod">
          <ac:chgData name="Go Muto" userId="S::go_muto@gmsbiz.net::0ea32aeb-8bc2-4177-b806-bfac87ba8199" providerId="AD" clId="Web-{46BB73E6-E88D-E6D9-7B1B-A381144A5A3C}" dt="2026-02-11T05:39:46.378" v="77" actId="20577"/>
          <ac:spMkLst>
            <pc:docMk/>
            <pc:sldMk cId="2025493674" sldId="271"/>
            <ac:spMk id="3" creationId="{0695A532-EE8A-140D-9EDB-748A52571967}"/>
          </ac:spMkLst>
        </pc:spChg>
        <pc:spChg chg="mod">
          <ac:chgData name="Go Muto" userId="S::go_muto@gmsbiz.net::0ea32aeb-8bc2-4177-b806-bfac87ba8199" providerId="AD" clId="Web-{46BB73E6-E88D-E6D9-7B1B-A381144A5A3C}" dt="2026-02-11T05:39:41.378" v="75" actId="20577"/>
          <ac:spMkLst>
            <pc:docMk/>
            <pc:sldMk cId="2025493674" sldId="271"/>
            <ac:spMk id="4" creationId="{35BE2EC6-EB37-71F4-9B9F-F6C85751801D}"/>
          </ac:spMkLst>
        </pc:spChg>
        <pc:spChg chg="mod">
          <ac:chgData name="Go Muto" userId="S::go_muto@gmsbiz.net::0ea32aeb-8bc2-4177-b806-bfac87ba8199" providerId="AD" clId="Web-{46BB73E6-E88D-E6D9-7B1B-A381144A5A3C}" dt="2026-02-11T05:43:19.124" v="177" actId="14100"/>
          <ac:spMkLst>
            <pc:docMk/>
            <pc:sldMk cId="2025493674" sldId="271"/>
            <ac:spMk id="5" creationId="{C51C6693-1E5F-C3A4-936B-608FD236EBB5}"/>
          </ac:spMkLst>
        </pc:spChg>
        <pc:spChg chg="mod">
          <ac:chgData name="Go Muto" userId="S::go_muto@gmsbiz.net::0ea32aeb-8bc2-4177-b806-bfac87ba8199" providerId="AD" clId="Web-{46BB73E6-E88D-E6D9-7B1B-A381144A5A3C}" dt="2026-02-11T05:33:10.998" v="16" actId="14100"/>
          <ac:spMkLst>
            <pc:docMk/>
            <pc:sldMk cId="2025493674" sldId="271"/>
            <ac:spMk id="8" creationId="{F547DA19-1CB1-3A88-C197-FB451EB43813}"/>
          </ac:spMkLst>
        </pc:spChg>
        <pc:spChg chg="mod">
          <ac:chgData name="Go Muto" userId="S::go_muto@gmsbiz.net::0ea32aeb-8bc2-4177-b806-bfac87ba8199" providerId="AD" clId="Web-{46BB73E6-E88D-E6D9-7B1B-A381144A5A3C}" dt="2026-02-11T05:33:21.952" v="21" actId="20577"/>
          <ac:spMkLst>
            <pc:docMk/>
            <pc:sldMk cId="2025493674" sldId="271"/>
            <ac:spMk id="11" creationId="{C94AE9E7-0C88-EC3B-E5C8-ADB10BB759AA}"/>
          </ac:spMkLst>
        </pc:spChg>
        <pc:spChg chg="add mod">
          <ac:chgData name="Go Muto" userId="S::go_muto@gmsbiz.net::0ea32aeb-8bc2-4177-b806-bfac87ba8199" providerId="AD" clId="Web-{46BB73E6-E88D-E6D9-7B1B-A381144A5A3C}" dt="2026-02-11T05:35:13.611" v="69" actId="14100"/>
          <ac:spMkLst>
            <pc:docMk/>
            <pc:sldMk cId="2025493674" sldId="271"/>
            <ac:spMk id="24" creationId="{55DFABE5-77F5-37C5-965E-DACC6DE20453}"/>
          </ac:spMkLst>
        </pc:spChg>
        <pc:spChg chg="add mod">
          <ac:chgData name="Go Muto" userId="S::go_muto@gmsbiz.net::0ea32aeb-8bc2-4177-b806-bfac87ba8199" providerId="AD" clId="Web-{46BB73E6-E88D-E6D9-7B1B-A381144A5A3C}" dt="2026-02-11T05:34:39.751" v="54" actId="1076"/>
          <ac:spMkLst>
            <pc:docMk/>
            <pc:sldMk cId="2025493674" sldId="271"/>
            <ac:spMk id="26" creationId="{2E14ECCA-50A3-AD3C-4B11-014566ADBCC7}"/>
          </ac:spMkLst>
        </pc:spChg>
        <pc:spChg chg="add mod">
          <ac:chgData name="Go Muto" userId="S::go_muto@gmsbiz.net::0ea32aeb-8bc2-4177-b806-bfac87ba8199" providerId="AD" clId="Web-{46BB73E6-E88D-E6D9-7B1B-A381144A5A3C}" dt="2026-02-11T05:35:10.173" v="68" actId="14100"/>
          <ac:spMkLst>
            <pc:docMk/>
            <pc:sldMk cId="2025493674" sldId="271"/>
            <ac:spMk id="29" creationId="{4D8DC35A-BAA8-95B3-6C43-8B47CDF1928B}"/>
          </ac:spMkLst>
        </pc:spChg>
      </pc:sldChg>
      <pc:sldChg chg="addSp delSp modSp">
        <pc:chgData name="Go Muto" userId="S::go_muto@gmsbiz.net::0ea32aeb-8bc2-4177-b806-bfac87ba8199" providerId="AD" clId="Web-{46BB73E6-E88D-E6D9-7B1B-A381144A5A3C}" dt="2026-02-11T05:43:08.686" v="176" actId="20577"/>
        <pc:sldMkLst>
          <pc:docMk/>
          <pc:sldMk cId="3604187889" sldId="272"/>
        </pc:sldMkLst>
        <pc:spChg chg="mod">
          <ac:chgData name="Go Muto" userId="S::go_muto@gmsbiz.net::0ea32aeb-8bc2-4177-b806-bfac87ba8199" providerId="AD" clId="Web-{46BB73E6-E88D-E6D9-7B1B-A381144A5A3C}" dt="2026-02-11T05:39:53.050" v="78" actId="20577"/>
          <ac:spMkLst>
            <pc:docMk/>
            <pc:sldMk cId="3604187889" sldId="272"/>
            <ac:spMk id="3" creationId="{6E80FE7C-9717-21EE-6A4D-42DD5F29F15D}"/>
          </ac:spMkLst>
        </pc:spChg>
        <pc:spChg chg="mod">
          <ac:chgData name="Go Muto" userId="S::go_muto@gmsbiz.net::0ea32aeb-8bc2-4177-b806-bfac87ba8199" providerId="AD" clId="Web-{46BB73E6-E88D-E6D9-7B1B-A381144A5A3C}" dt="2026-02-11T05:40:12.363" v="85" actId="20577"/>
          <ac:spMkLst>
            <pc:docMk/>
            <pc:sldMk cId="3604187889" sldId="272"/>
            <ac:spMk id="4" creationId="{AC277E7C-ABFB-704B-CD62-F4AF4A59775B}"/>
          </ac:spMkLst>
        </pc:spChg>
        <pc:spChg chg="mod">
          <ac:chgData name="Go Muto" userId="S::go_muto@gmsbiz.net::0ea32aeb-8bc2-4177-b806-bfac87ba8199" providerId="AD" clId="Web-{46BB73E6-E88D-E6D9-7B1B-A381144A5A3C}" dt="2026-02-11T05:42:06.087" v="141" actId="14100"/>
          <ac:spMkLst>
            <pc:docMk/>
            <pc:sldMk cId="3604187889" sldId="272"/>
            <ac:spMk id="5" creationId="{CBBC8504-34FD-1B30-4BD6-F1AA2A6E3D40}"/>
          </ac:spMkLst>
        </pc:spChg>
        <pc:spChg chg="mod">
          <ac:chgData name="Go Muto" userId="S::go_muto@gmsbiz.net::0ea32aeb-8bc2-4177-b806-bfac87ba8199" providerId="AD" clId="Web-{46BB73E6-E88D-E6D9-7B1B-A381144A5A3C}" dt="2026-02-11T05:41:01.468" v="117" actId="14100"/>
          <ac:spMkLst>
            <pc:docMk/>
            <pc:sldMk cId="3604187889" sldId="272"/>
            <ac:spMk id="8" creationId="{A50520BF-CC18-1ACF-1523-DB84C009B658}"/>
          </ac:spMkLst>
        </pc:spChg>
        <pc:spChg chg="mod">
          <ac:chgData name="Go Muto" userId="S::go_muto@gmsbiz.net::0ea32aeb-8bc2-4177-b806-bfac87ba8199" providerId="AD" clId="Web-{46BB73E6-E88D-E6D9-7B1B-A381144A5A3C}" dt="2026-02-11T05:42:03.508" v="140" actId="14100"/>
          <ac:spMkLst>
            <pc:docMk/>
            <pc:sldMk cId="3604187889" sldId="272"/>
            <ac:spMk id="9" creationId="{023CE8DB-369E-6FBA-837F-8D8188892290}"/>
          </ac:spMkLst>
        </pc:spChg>
        <pc:spChg chg="mod">
          <ac:chgData name="Go Muto" userId="S::go_muto@gmsbiz.net::0ea32aeb-8bc2-4177-b806-bfac87ba8199" providerId="AD" clId="Web-{46BB73E6-E88D-E6D9-7B1B-A381144A5A3C}" dt="2026-02-11T05:41:07.610" v="119" actId="20577"/>
          <ac:spMkLst>
            <pc:docMk/>
            <pc:sldMk cId="3604187889" sldId="272"/>
            <ac:spMk id="12" creationId="{B030D499-3716-203E-2F68-5AD1ABB6A386}"/>
          </ac:spMkLst>
        </pc:spChg>
        <pc:spChg chg="mod">
          <ac:chgData name="Go Muto" userId="S::go_muto@gmsbiz.net::0ea32aeb-8bc2-4177-b806-bfac87ba8199" providerId="AD" clId="Web-{46BB73E6-E88D-E6D9-7B1B-A381144A5A3C}" dt="2026-02-11T05:42:18.760" v="144" actId="1076"/>
          <ac:spMkLst>
            <pc:docMk/>
            <pc:sldMk cId="3604187889" sldId="272"/>
            <ac:spMk id="14" creationId="{5A4C09DE-9120-FE3D-812E-CAFE6BF0EC53}"/>
          </ac:spMkLst>
        </pc:spChg>
        <pc:spChg chg="mod">
          <ac:chgData name="Go Muto" userId="S::go_muto@gmsbiz.net::0ea32aeb-8bc2-4177-b806-bfac87ba8199" providerId="AD" clId="Web-{46BB73E6-E88D-E6D9-7B1B-A381144A5A3C}" dt="2026-02-11T05:42:18.760" v="145" actId="1076"/>
          <ac:spMkLst>
            <pc:docMk/>
            <pc:sldMk cId="3604187889" sldId="272"/>
            <ac:spMk id="15" creationId="{2FF90C6B-23A8-66F0-18B4-A4CAFFAFF5FD}"/>
          </ac:spMkLst>
        </pc:spChg>
        <pc:spChg chg="mod">
          <ac:chgData name="Go Muto" userId="S::go_muto@gmsbiz.net::0ea32aeb-8bc2-4177-b806-bfac87ba8199" providerId="AD" clId="Web-{46BB73E6-E88D-E6D9-7B1B-A381144A5A3C}" dt="2026-02-11T05:42:18.775" v="146" actId="1076"/>
          <ac:spMkLst>
            <pc:docMk/>
            <pc:sldMk cId="3604187889" sldId="272"/>
            <ac:spMk id="16" creationId="{53F83C2D-54D4-1471-5D60-AAEA94D8F688}"/>
          </ac:spMkLst>
        </pc:spChg>
        <pc:spChg chg="mod">
          <ac:chgData name="Go Muto" userId="S::go_muto@gmsbiz.net::0ea32aeb-8bc2-4177-b806-bfac87ba8199" providerId="AD" clId="Web-{46BB73E6-E88D-E6D9-7B1B-A381144A5A3C}" dt="2026-02-11T05:42:18.791" v="147" actId="1076"/>
          <ac:spMkLst>
            <pc:docMk/>
            <pc:sldMk cId="3604187889" sldId="272"/>
            <ac:spMk id="17" creationId="{05AFF10B-AED2-F8E8-8959-083C3F8F4F19}"/>
          </ac:spMkLst>
        </pc:spChg>
        <pc:spChg chg="add mod">
          <ac:chgData name="Go Muto" userId="S::go_muto@gmsbiz.net::0ea32aeb-8bc2-4177-b806-bfac87ba8199" providerId="AD" clId="Web-{46BB73E6-E88D-E6D9-7B1B-A381144A5A3C}" dt="2026-02-11T05:42:35.824" v="164" actId="1076"/>
          <ac:spMkLst>
            <pc:docMk/>
            <pc:sldMk cId="3604187889" sldId="272"/>
            <ac:spMk id="29" creationId="{9AF452E1-1986-5342-EF0E-68F09840158B}"/>
          </ac:spMkLst>
        </pc:spChg>
        <pc:spChg chg="add mod">
          <ac:chgData name="Go Muto" userId="S::go_muto@gmsbiz.net::0ea32aeb-8bc2-4177-b806-bfac87ba8199" providerId="AD" clId="Web-{46BB73E6-E88D-E6D9-7B1B-A381144A5A3C}" dt="2026-02-11T05:42:35.840" v="165" actId="1076"/>
          <ac:spMkLst>
            <pc:docMk/>
            <pc:sldMk cId="3604187889" sldId="272"/>
            <ac:spMk id="30" creationId="{E25D194C-3700-3461-9888-B537FABC2571}"/>
          </ac:spMkLst>
        </pc:spChg>
        <pc:spChg chg="add del mod">
          <ac:chgData name="Go Muto" userId="S::go_muto@gmsbiz.net::0ea32aeb-8bc2-4177-b806-bfac87ba8199" providerId="AD" clId="Web-{46BB73E6-E88D-E6D9-7B1B-A381144A5A3C}" dt="2026-02-11T05:42:52.294" v="171" actId="20577"/>
          <ac:spMkLst>
            <pc:docMk/>
            <pc:sldMk cId="3604187889" sldId="272"/>
            <ac:spMk id="31" creationId="{E815EC4F-E7AD-14BA-C492-723C4B2C8A0B}"/>
          </ac:spMkLst>
        </pc:spChg>
        <pc:spChg chg="add mod">
          <ac:chgData name="Go Muto" userId="S::go_muto@gmsbiz.net::0ea32aeb-8bc2-4177-b806-bfac87ba8199" providerId="AD" clId="Web-{46BB73E6-E88D-E6D9-7B1B-A381144A5A3C}" dt="2026-02-11T05:43:08.686" v="176" actId="20577"/>
          <ac:spMkLst>
            <pc:docMk/>
            <pc:sldMk cId="3604187889" sldId="272"/>
            <ac:spMk id="32" creationId="{B7C7EEF3-FFD9-8738-9C4B-63105D1DFC6F}"/>
          </ac:spMkLst>
        </pc:spChg>
        <pc:picChg chg="mod">
          <ac:chgData name="Go Muto" userId="S::go_muto@gmsbiz.net::0ea32aeb-8bc2-4177-b806-bfac87ba8199" providerId="AD" clId="Web-{46BB73E6-E88D-E6D9-7B1B-A381144A5A3C}" dt="2026-02-11T05:42:22.823" v="149" actId="1076"/>
          <ac:picMkLst>
            <pc:docMk/>
            <pc:sldMk cId="3604187889" sldId="272"/>
            <ac:picMk id="22" creationId="{718EFB1C-A136-03BA-07F4-153AF9F594D3}"/>
          </ac:picMkLst>
        </pc:picChg>
      </pc:sldChg>
      <pc:sldChg chg="addSp delSp modSp">
        <pc:chgData name="Go Muto" userId="S::go_muto@gmsbiz.net::0ea32aeb-8bc2-4177-b806-bfac87ba8199" providerId="AD" clId="Web-{46BB73E6-E88D-E6D9-7B1B-A381144A5A3C}" dt="2026-02-11T05:45:07.364" v="220" actId="20577"/>
        <pc:sldMkLst>
          <pc:docMk/>
          <pc:sldMk cId="1539218572" sldId="273"/>
        </pc:sldMkLst>
        <pc:spChg chg="mod">
          <ac:chgData name="Go Muto" userId="S::go_muto@gmsbiz.net::0ea32aeb-8bc2-4177-b806-bfac87ba8199" providerId="AD" clId="Web-{46BB73E6-E88D-E6D9-7B1B-A381144A5A3C}" dt="2026-02-11T05:45:07.364" v="220" actId="20577"/>
          <ac:spMkLst>
            <pc:docMk/>
            <pc:sldMk cId="1539218572" sldId="273"/>
            <ac:spMk id="3" creationId="{8FD9AAE4-A2C7-B932-8319-C3B9226A5A1E}"/>
          </ac:spMkLst>
        </pc:spChg>
        <pc:spChg chg="mod">
          <ac:chgData name="Go Muto" userId="S::go_muto@gmsbiz.net::0ea32aeb-8bc2-4177-b806-bfac87ba8199" providerId="AD" clId="Web-{46BB73E6-E88D-E6D9-7B1B-A381144A5A3C}" dt="2026-02-11T05:44:59.817" v="218" actId="20577"/>
          <ac:spMkLst>
            <pc:docMk/>
            <pc:sldMk cId="1539218572" sldId="273"/>
            <ac:spMk id="4" creationId="{78F93F73-B75E-460C-2484-0F14453F135B}"/>
          </ac:spMkLst>
        </pc:spChg>
        <pc:spChg chg="mod">
          <ac:chgData name="Go Muto" userId="S::go_muto@gmsbiz.net::0ea32aeb-8bc2-4177-b806-bfac87ba8199" providerId="AD" clId="Web-{46BB73E6-E88D-E6D9-7B1B-A381144A5A3C}" dt="2026-02-11T05:44:33.066" v="216" actId="20577"/>
          <ac:spMkLst>
            <pc:docMk/>
            <pc:sldMk cId="1539218572" sldId="273"/>
            <ac:spMk id="8" creationId="{19E15B21-C440-62D3-68F0-49A9FF0BDBF0}"/>
          </ac:spMkLst>
        </pc:spChg>
        <pc:spChg chg="mod">
          <ac:chgData name="Go Muto" userId="S::go_muto@gmsbiz.net::0ea32aeb-8bc2-4177-b806-bfac87ba8199" providerId="AD" clId="Web-{46BB73E6-E88D-E6D9-7B1B-A381144A5A3C}" dt="2026-02-11T05:44:29.722" v="215" actId="14100"/>
          <ac:spMkLst>
            <pc:docMk/>
            <pc:sldMk cId="1539218572" sldId="273"/>
            <ac:spMk id="9" creationId="{5C41B8FF-079D-822E-8539-4C1D258C68C2}"/>
          </ac:spMkLst>
        </pc:spChg>
        <pc:spChg chg="mod">
          <ac:chgData name="Go Muto" userId="S::go_muto@gmsbiz.net::0ea32aeb-8bc2-4177-b806-bfac87ba8199" providerId="AD" clId="Web-{46BB73E6-E88D-E6D9-7B1B-A381144A5A3C}" dt="2026-02-11T05:44:23.112" v="213" actId="20577"/>
          <ac:spMkLst>
            <pc:docMk/>
            <pc:sldMk cId="1539218572" sldId="273"/>
            <ac:spMk id="12" creationId="{53AA9E26-6BB6-DA1B-1331-8C0BC089E2DD}"/>
          </ac:spMkLst>
        </pc:spChg>
        <pc:picChg chg="add del">
          <ac:chgData name="Go Muto" userId="S::go_muto@gmsbiz.net::0ea32aeb-8bc2-4177-b806-bfac87ba8199" providerId="AD" clId="Web-{46BB73E6-E88D-E6D9-7B1B-A381144A5A3C}" dt="2026-02-11T05:44:06.643" v="202"/>
          <ac:picMkLst>
            <pc:docMk/>
            <pc:sldMk cId="1539218572" sldId="273"/>
            <ac:picMk id="23" creationId="{2F645E34-2AA2-F9A2-84B0-B5A951DE402B}"/>
          </ac:picMkLst>
        </pc:picChg>
      </pc:sldChg>
      <pc:sldChg chg="delSp modSp">
        <pc:chgData name="Go Muto" userId="S::go_muto@gmsbiz.net::0ea32aeb-8bc2-4177-b806-bfac87ba8199" providerId="AD" clId="Web-{46BB73E6-E88D-E6D9-7B1B-A381144A5A3C}" dt="2026-02-11T05:46:34.476" v="254" actId="14100"/>
        <pc:sldMkLst>
          <pc:docMk/>
          <pc:sldMk cId="29882331" sldId="274"/>
        </pc:sldMkLst>
        <pc:spChg chg="mod">
          <ac:chgData name="Go Muto" userId="S::go_muto@gmsbiz.net::0ea32aeb-8bc2-4177-b806-bfac87ba8199" providerId="AD" clId="Web-{46BB73E6-E88D-E6D9-7B1B-A381144A5A3C}" dt="2026-02-11T05:45:11.192" v="222" actId="20577"/>
          <ac:spMkLst>
            <pc:docMk/>
            <pc:sldMk cId="29882331" sldId="274"/>
            <ac:spMk id="3" creationId="{B8BBDB6B-EDE4-D3DA-C873-FFC5B29923D0}"/>
          </ac:spMkLst>
        </pc:spChg>
        <pc:spChg chg="mod">
          <ac:chgData name="Go Muto" userId="S::go_muto@gmsbiz.net::0ea32aeb-8bc2-4177-b806-bfac87ba8199" providerId="AD" clId="Web-{46BB73E6-E88D-E6D9-7B1B-A381144A5A3C}" dt="2026-02-11T05:45:24.286" v="226" actId="20577"/>
          <ac:spMkLst>
            <pc:docMk/>
            <pc:sldMk cId="29882331" sldId="274"/>
            <ac:spMk id="4" creationId="{6A9F202B-EE12-050B-5EEE-6A796293EBB5}"/>
          </ac:spMkLst>
        </pc:spChg>
        <pc:spChg chg="mod">
          <ac:chgData name="Go Muto" userId="S::go_muto@gmsbiz.net::0ea32aeb-8bc2-4177-b806-bfac87ba8199" providerId="AD" clId="Web-{46BB73E6-E88D-E6D9-7B1B-A381144A5A3C}" dt="2026-02-11T05:46:34.476" v="254" actId="14100"/>
          <ac:spMkLst>
            <pc:docMk/>
            <pc:sldMk cId="29882331" sldId="274"/>
            <ac:spMk id="5" creationId="{73B02084-7F64-A89E-A1CE-C3F6683B2800}"/>
          </ac:spMkLst>
        </pc:spChg>
        <pc:spChg chg="mod">
          <ac:chgData name="Go Muto" userId="S::go_muto@gmsbiz.net::0ea32aeb-8bc2-4177-b806-bfac87ba8199" providerId="AD" clId="Web-{46BB73E6-E88D-E6D9-7B1B-A381144A5A3C}" dt="2026-02-11T05:46:08.569" v="241" actId="1076"/>
          <ac:spMkLst>
            <pc:docMk/>
            <pc:sldMk cId="29882331" sldId="274"/>
            <ac:spMk id="8" creationId="{23FC2006-E7B2-7D3A-56FC-E93E039A1B30}"/>
          </ac:spMkLst>
        </pc:spChg>
        <pc:spChg chg="mod">
          <ac:chgData name="Go Muto" userId="S::go_muto@gmsbiz.net::0ea32aeb-8bc2-4177-b806-bfac87ba8199" providerId="AD" clId="Web-{46BB73E6-E88D-E6D9-7B1B-A381144A5A3C}" dt="2026-02-11T05:46:30.882" v="253" actId="14100"/>
          <ac:spMkLst>
            <pc:docMk/>
            <pc:sldMk cId="29882331" sldId="274"/>
            <ac:spMk id="9" creationId="{1F38F29C-5DC5-6DB2-6680-938D5891113F}"/>
          </ac:spMkLst>
        </pc:spChg>
        <pc:spChg chg="mod">
          <ac:chgData name="Go Muto" userId="S::go_muto@gmsbiz.net::0ea32aeb-8bc2-4177-b806-bfac87ba8199" providerId="AD" clId="Web-{46BB73E6-E88D-E6D9-7B1B-A381144A5A3C}" dt="2026-02-11T05:46:21.929" v="243" actId="20577"/>
          <ac:spMkLst>
            <pc:docMk/>
            <pc:sldMk cId="29882331" sldId="274"/>
            <ac:spMk id="12" creationId="{D8F9206F-7154-43F0-1E61-F5719C67558F}"/>
          </ac:spMkLst>
        </pc:spChg>
      </pc:sldChg>
      <pc:sldChg chg="addSp delSp modSp">
        <pc:chgData name="Go Muto" userId="S::go_muto@gmsbiz.net::0ea32aeb-8bc2-4177-b806-bfac87ba8199" providerId="AD" clId="Web-{46BB73E6-E88D-E6D9-7B1B-A381144A5A3C}" dt="2026-02-11T14:22:18.770" v="405" actId="20577"/>
        <pc:sldMkLst>
          <pc:docMk/>
          <pc:sldMk cId="3618399124" sldId="277"/>
        </pc:sldMkLst>
        <pc:spChg chg="mod">
          <ac:chgData name="Go Muto" userId="S::go_muto@gmsbiz.net::0ea32aeb-8bc2-4177-b806-bfac87ba8199" providerId="AD" clId="Web-{46BB73E6-E88D-E6D9-7B1B-A381144A5A3C}" dt="2026-02-11T05:49:28.386" v="314" actId="20577"/>
          <ac:spMkLst>
            <pc:docMk/>
            <pc:sldMk cId="3618399124" sldId="277"/>
            <ac:spMk id="3" creationId="{20BFD28A-6584-AA06-7BBE-DA037E389CC5}"/>
          </ac:spMkLst>
        </pc:spChg>
        <pc:spChg chg="mod">
          <ac:chgData name="Go Muto" userId="S::go_muto@gmsbiz.net::0ea32aeb-8bc2-4177-b806-bfac87ba8199" providerId="AD" clId="Web-{46BB73E6-E88D-E6D9-7B1B-A381144A5A3C}" dt="2026-02-11T05:49:34.089" v="316" actId="20577"/>
          <ac:spMkLst>
            <pc:docMk/>
            <pc:sldMk cId="3618399124" sldId="277"/>
            <ac:spMk id="4" creationId="{30F9746B-AF6A-3549-1D29-6EFC611E80D9}"/>
          </ac:spMkLst>
        </pc:spChg>
        <pc:spChg chg="mod">
          <ac:chgData name="Go Muto" userId="S::go_muto@gmsbiz.net::0ea32aeb-8bc2-4177-b806-bfac87ba8199" providerId="AD" clId="Web-{46BB73E6-E88D-E6D9-7B1B-A381144A5A3C}" dt="2026-02-11T05:50:28.716" v="328" actId="1076"/>
          <ac:spMkLst>
            <pc:docMk/>
            <pc:sldMk cId="3618399124" sldId="277"/>
            <ac:spMk id="8" creationId="{F0888001-FC86-C540-F4C6-C6CAA8D5D1C0}"/>
          </ac:spMkLst>
        </pc:spChg>
        <pc:spChg chg="mod">
          <ac:chgData name="Go Muto" userId="S::go_muto@gmsbiz.net::0ea32aeb-8bc2-4177-b806-bfac87ba8199" providerId="AD" clId="Web-{46BB73E6-E88D-E6D9-7B1B-A381144A5A3C}" dt="2026-02-11T14:21:06.471" v="370" actId="20577"/>
          <ac:spMkLst>
            <pc:docMk/>
            <pc:sldMk cId="3618399124" sldId="277"/>
            <ac:spMk id="12" creationId="{BEC5F98A-A805-7636-D6FE-0266ECCFA9C2}"/>
          </ac:spMkLst>
        </pc:spChg>
        <pc:spChg chg="add mod">
          <ac:chgData name="Go Muto" userId="S::go_muto@gmsbiz.net::0ea32aeb-8bc2-4177-b806-bfac87ba8199" providerId="AD" clId="Web-{46BB73E6-E88D-E6D9-7B1B-A381144A5A3C}" dt="2026-02-11T14:22:06.394" v="394" actId="1076"/>
          <ac:spMkLst>
            <pc:docMk/>
            <pc:sldMk cId="3618399124" sldId="277"/>
            <ac:spMk id="14" creationId="{9E23CD3A-B821-3C84-9FC0-CF8A588BB26C}"/>
          </ac:spMkLst>
        </pc:spChg>
        <pc:spChg chg="add mod">
          <ac:chgData name="Go Muto" userId="S::go_muto@gmsbiz.net::0ea32aeb-8bc2-4177-b806-bfac87ba8199" providerId="AD" clId="Web-{46BB73E6-E88D-E6D9-7B1B-A381144A5A3C}" dt="2026-02-11T14:22:06.410" v="395" actId="1076"/>
          <ac:spMkLst>
            <pc:docMk/>
            <pc:sldMk cId="3618399124" sldId="277"/>
            <ac:spMk id="16" creationId="{1869026F-22ED-27CF-A24F-673E3D48F437}"/>
          </ac:spMkLst>
        </pc:spChg>
        <pc:spChg chg="add del mod">
          <ac:chgData name="Go Muto" userId="S::go_muto@gmsbiz.net::0ea32aeb-8bc2-4177-b806-bfac87ba8199" providerId="AD" clId="Web-{46BB73E6-E88D-E6D9-7B1B-A381144A5A3C}" dt="2026-02-11T14:22:18.770" v="405" actId="20577"/>
          <ac:spMkLst>
            <pc:docMk/>
            <pc:sldMk cId="3618399124" sldId="277"/>
            <ac:spMk id="18" creationId="{95C52AB1-EC49-0F69-C46B-B2D776C8754A}"/>
          </ac:spMkLst>
        </pc:spChg>
        <pc:spChg chg="add mod">
          <ac:chgData name="Go Muto" userId="S::go_muto@gmsbiz.net::0ea32aeb-8bc2-4177-b806-bfac87ba8199" providerId="AD" clId="Web-{46BB73E6-E88D-E6D9-7B1B-A381144A5A3C}" dt="2026-02-11T14:22:06.441" v="397" actId="1076"/>
          <ac:spMkLst>
            <pc:docMk/>
            <pc:sldMk cId="3618399124" sldId="277"/>
            <ac:spMk id="20" creationId="{F30F5374-1D9B-50ED-64F5-F58068396AA0}"/>
          </ac:spMkLst>
        </pc:spChg>
        <pc:spChg chg="add mod">
          <ac:chgData name="Go Muto" userId="S::go_muto@gmsbiz.net::0ea32aeb-8bc2-4177-b806-bfac87ba8199" providerId="AD" clId="Web-{46BB73E6-E88D-E6D9-7B1B-A381144A5A3C}" dt="2026-02-11T14:22:06.457" v="398" actId="1076"/>
          <ac:spMkLst>
            <pc:docMk/>
            <pc:sldMk cId="3618399124" sldId="277"/>
            <ac:spMk id="22" creationId="{210BE19B-EE54-145A-1D42-33C507DA71B5}"/>
          </ac:spMkLst>
        </pc:spChg>
        <pc:spChg chg="add mod">
          <ac:chgData name="Go Muto" userId="S::go_muto@gmsbiz.net::0ea32aeb-8bc2-4177-b806-bfac87ba8199" providerId="AD" clId="Web-{46BB73E6-E88D-E6D9-7B1B-A381144A5A3C}" dt="2026-02-11T14:22:06.473" v="399" actId="1076"/>
          <ac:spMkLst>
            <pc:docMk/>
            <pc:sldMk cId="3618399124" sldId="277"/>
            <ac:spMk id="26" creationId="{B9BC6E61-3A02-D0D4-56D9-4259837097C6}"/>
          </ac:spMkLst>
        </pc:spChg>
        <pc:spChg chg="add mod">
          <ac:chgData name="Go Muto" userId="S::go_muto@gmsbiz.net::0ea32aeb-8bc2-4177-b806-bfac87ba8199" providerId="AD" clId="Web-{46BB73E6-E88D-E6D9-7B1B-A381144A5A3C}" dt="2026-02-11T14:22:06.488" v="400" actId="1076"/>
          <ac:spMkLst>
            <pc:docMk/>
            <pc:sldMk cId="3618399124" sldId="277"/>
            <ac:spMk id="29" creationId="{A28AAD8F-C52C-BE7A-86FB-78C5E206BF00}"/>
          </ac:spMkLst>
        </pc:spChg>
        <pc:spChg chg="add mod">
          <ac:chgData name="Go Muto" userId="S::go_muto@gmsbiz.net::0ea32aeb-8bc2-4177-b806-bfac87ba8199" providerId="AD" clId="Web-{46BB73E6-E88D-E6D9-7B1B-A381144A5A3C}" dt="2026-02-11T14:22:06.504" v="401" actId="1076"/>
          <ac:spMkLst>
            <pc:docMk/>
            <pc:sldMk cId="3618399124" sldId="277"/>
            <ac:spMk id="31" creationId="{B6B6374E-2005-7BEC-04D9-91B00E230952}"/>
          </ac:spMkLst>
        </pc:spChg>
        <pc:picChg chg="mod">
          <ac:chgData name="Go Muto" userId="S::go_muto@gmsbiz.net::0ea32aeb-8bc2-4177-b806-bfac87ba8199" providerId="AD" clId="Web-{46BB73E6-E88D-E6D9-7B1B-A381144A5A3C}" dt="2026-02-11T13:39:16.864" v="338" actId="1076"/>
          <ac:picMkLst>
            <pc:docMk/>
            <pc:sldMk cId="3618399124" sldId="277"/>
            <ac:picMk id="23" creationId="{54212725-DCE1-F196-F0A4-38DEB2A6E0D9}"/>
          </ac:picMkLst>
        </pc:picChg>
        <pc:picChg chg="add mod">
          <ac:chgData name="Go Muto" userId="S::go_muto@gmsbiz.net::0ea32aeb-8bc2-4177-b806-bfac87ba8199" providerId="AD" clId="Web-{46BB73E6-E88D-E6D9-7B1B-A381144A5A3C}" dt="2026-02-11T13:39:25.411" v="342" actId="14100"/>
          <ac:picMkLst>
            <pc:docMk/>
            <pc:sldMk cId="3618399124" sldId="277"/>
            <ac:picMk id="24" creationId="{EBEC6B50-A353-DA77-77B4-E0BAC9DCA5A3}"/>
          </ac:picMkLst>
        </pc:picChg>
      </pc:sldChg>
    </pc:docChg>
  </pc:docChgLst>
  <pc:docChgLst>
    <pc:chgData name="Go Muto" userId="S::go_muto@gmsbiz.net::0ea32aeb-8bc2-4177-b806-bfac87ba8199" providerId="AD" clId="Web-{E1B98E4B-AE9E-2B87-8E53-881D23407F18}"/>
    <pc:docChg chg="addSld delSld modSld">
      <pc:chgData name="Go Muto" userId="S::go_muto@gmsbiz.net::0ea32aeb-8bc2-4177-b806-bfac87ba8199" providerId="AD" clId="Web-{E1B98E4B-AE9E-2B87-8E53-881D23407F18}" dt="2026-02-06T09:02:20.319" v="44" actId="1076"/>
      <pc:docMkLst>
        <pc:docMk/>
      </pc:docMkLst>
    </pc:docChg>
  </pc:docChgLst>
  <pc:docChgLst>
    <pc:chgData name="Go Muto" userId="0ea32aeb-8bc2-4177-b806-bfac87ba8199" providerId="ADAL" clId="{58B30D2D-5F88-56AB-95EE-2C0CCD04F36D}"/>
    <pc:docChg chg="custSel addSld delSld modSld sldOrd">
      <pc:chgData name="Go Muto" userId="0ea32aeb-8bc2-4177-b806-bfac87ba8199" providerId="ADAL" clId="{58B30D2D-5F88-56AB-95EE-2C0CCD04F36D}" dt="2026-02-21T15:16:03.913" v="770"/>
      <pc:docMkLst>
        <pc:docMk/>
      </pc:docMkLst>
      <pc:sldChg chg="modSp mod">
        <pc:chgData name="Go Muto" userId="0ea32aeb-8bc2-4177-b806-bfac87ba8199" providerId="ADAL" clId="{58B30D2D-5F88-56AB-95EE-2C0CCD04F36D}" dt="2026-02-19T14:05:22.175" v="337"/>
        <pc:sldMkLst>
          <pc:docMk/>
          <pc:sldMk cId="0" sldId="258"/>
        </pc:sldMkLst>
        <pc:spChg chg="mod">
          <ac:chgData name="Go Muto" userId="0ea32aeb-8bc2-4177-b806-bfac87ba8199" providerId="ADAL" clId="{58B30D2D-5F88-56AB-95EE-2C0CCD04F36D}" dt="2026-02-19T14:05:22.175" v="337"/>
          <ac:spMkLst>
            <pc:docMk/>
            <pc:sldMk cId="0" sldId="258"/>
            <ac:spMk id="35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78" v="338"/>
        <pc:sldMkLst>
          <pc:docMk/>
          <pc:sldMk cId="0" sldId="259"/>
        </pc:sldMkLst>
        <pc:spChg chg="mod">
          <ac:chgData name="Go Muto" userId="0ea32aeb-8bc2-4177-b806-bfac87ba8199" providerId="ADAL" clId="{58B30D2D-5F88-56AB-95EE-2C0CCD04F36D}" dt="2026-02-19T14:05:22.178" v="338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80" v="339"/>
        <pc:sldMkLst>
          <pc:docMk/>
          <pc:sldMk cId="0" sldId="260"/>
        </pc:sldMkLst>
        <pc:spChg chg="mod">
          <ac:chgData name="Go Muto" userId="0ea32aeb-8bc2-4177-b806-bfac87ba8199" providerId="ADAL" clId="{58B30D2D-5F88-56AB-95EE-2C0CCD04F36D}" dt="2026-02-19T14:05:22.180" v="339"/>
          <ac:spMkLst>
            <pc:docMk/>
            <pc:sldMk cId="0" sldId="260"/>
            <ac:spMk id="28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81" v="340"/>
        <pc:sldMkLst>
          <pc:docMk/>
          <pc:sldMk cId="0" sldId="261"/>
        </pc:sldMkLst>
        <pc:spChg chg="mod">
          <ac:chgData name="Go Muto" userId="0ea32aeb-8bc2-4177-b806-bfac87ba8199" providerId="ADAL" clId="{58B30D2D-5F88-56AB-95EE-2C0CCD04F36D}" dt="2026-02-19T14:05:22.181" v="340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93" v="348"/>
        <pc:sldMkLst>
          <pc:docMk/>
          <pc:sldMk cId="0" sldId="262"/>
        </pc:sldMkLst>
        <pc:spChg chg="mod">
          <ac:chgData name="Go Muto" userId="0ea32aeb-8bc2-4177-b806-bfac87ba8199" providerId="ADAL" clId="{58B30D2D-5F88-56AB-95EE-2C0CCD04F36D}" dt="2026-02-19T14:05:22.193" v="348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94" v="349"/>
        <pc:sldMkLst>
          <pc:docMk/>
          <pc:sldMk cId="0" sldId="265"/>
        </pc:sldMkLst>
        <pc:spChg chg="mod">
          <ac:chgData name="Go Muto" userId="0ea32aeb-8bc2-4177-b806-bfac87ba8199" providerId="ADAL" clId="{58B30D2D-5F88-56AB-95EE-2C0CCD04F36D}" dt="2026-02-19T14:05:22.194" v="349"/>
          <ac:spMkLst>
            <pc:docMk/>
            <pc:sldMk cId="0" sldId="265"/>
            <ac:spMk id="22" creationId="{00000000-0000-0000-0000-000000000000}"/>
          </ac:spMkLst>
        </pc:spChg>
      </pc:sldChg>
      <pc:sldChg chg="modSp mod">
        <pc:chgData name="Go Muto" userId="0ea32aeb-8bc2-4177-b806-bfac87ba8199" providerId="ADAL" clId="{58B30D2D-5F88-56AB-95EE-2C0CCD04F36D}" dt="2026-02-19T14:05:22.182" v="341"/>
        <pc:sldMkLst>
          <pc:docMk/>
          <pc:sldMk cId="2025493674" sldId="271"/>
        </pc:sldMkLst>
        <pc:spChg chg="mod">
          <ac:chgData name="Go Muto" userId="0ea32aeb-8bc2-4177-b806-bfac87ba8199" providerId="ADAL" clId="{58B30D2D-5F88-56AB-95EE-2C0CCD04F36D}" dt="2026-02-19T14:05:22.182" v="341"/>
          <ac:spMkLst>
            <pc:docMk/>
            <pc:sldMk cId="2025493674" sldId="271"/>
            <ac:spMk id="28" creationId="{7EDDBE37-DF31-29A3-1AA4-5F5744A13AAA}"/>
          </ac:spMkLst>
        </pc:spChg>
      </pc:sldChg>
      <pc:sldChg chg="modSp mod">
        <pc:chgData name="Go Muto" userId="0ea32aeb-8bc2-4177-b806-bfac87ba8199" providerId="ADAL" clId="{58B30D2D-5F88-56AB-95EE-2C0CCD04F36D}" dt="2026-02-19T14:05:22.184" v="342"/>
        <pc:sldMkLst>
          <pc:docMk/>
          <pc:sldMk cId="3604187889" sldId="272"/>
        </pc:sldMkLst>
        <pc:spChg chg="mod">
          <ac:chgData name="Go Muto" userId="0ea32aeb-8bc2-4177-b806-bfac87ba8199" providerId="ADAL" clId="{58B30D2D-5F88-56AB-95EE-2C0CCD04F36D}" dt="2026-02-19T14:05:22.184" v="342"/>
          <ac:spMkLst>
            <pc:docMk/>
            <pc:sldMk cId="3604187889" sldId="272"/>
            <ac:spMk id="28" creationId="{0F58156E-F13C-842D-F05B-D8F5BAFB41C0}"/>
          </ac:spMkLst>
        </pc:spChg>
      </pc:sldChg>
      <pc:sldChg chg="modSp mod">
        <pc:chgData name="Go Muto" userId="0ea32aeb-8bc2-4177-b806-bfac87ba8199" providerId="ADAL" clId="{58B30D2D-5F88-56AB-95EE-2C0CCD04F36D}" dt="2026-02-19T14:05:22.185" v="343"/>
        <pc:sldMkLst>
          <pc:docMk/>
          <pc:sldMk cId="1539218572" sldId="273"/>
        </pc:sldMkLst>
        <pc:spChg chg="mod">
          <ac:chgData name="Go Muto" userId="0ea32aeb-8bc2-4177-b806-bfac87ba8199" providerId="ADAL" clId="{58B30D2D-5F88-56AB-95EE-2C0CCD04F36D}" dt="2026-02-19T14:05:22.185" v="343"/>
          <ac:spMkLst>
            <pc:docMk/>
            <pc:sldMk cId="1539218572" sldId="273"/>
            <ac:spMk id="28" creationId="{6B02B635-AF85-6873-E674-1807626DAD38}"/>
          </ac:spMkLst>
        </pc:spChg>
      </pc:sldChg>
      <pc:sldChg chg="modSp mod">
        <pc:chgData name="Go Muto" userId="0ea32aeb-8bc2-4177-b806-bfac87ba8199" providerId="ADAL" clId="{58B30D2D-5F88-56AB-95EE-2C0CCD04F36D}" dt="2026-02-19T14:05:22.187" v="344"/>
        <pc:sldMkLst>
          <pc:docMk/>
          <pc:sldMk cId="29882331" sldId="274"/>
        </pc:sldMkLst>
        <pc:spChg chg="mod">
          <ac:chgData name="Go Muto" userId="0ea32aeb-8bc2-4177-b806-bfac87ba8199" providerId="ADAL" clId="{58B30D2D-5F88-56AB-95EE-2C0CCD04F36D}" dt="2026-02-19T13:36:12.061" v="29" actId="20577"/>
          <ac:spMkLst>
            <pc:docMk/>
            <pc:sldMk cId="29882331" sldId="274"/>
            <ac:spMk id="8" creationId="{23FC2006-E7B2-7D3A-56FC-E93E039A1B30}"/>
          </ac:spMkLst>
        </pc:spChg>
        <pc:spChg chg="mod">
          <ac:chgData name="Go Muto" userId="0ea32aeb-8bc2-4177-b806-bfac87ba8199" providerId="ADAL" clId="{58B30D2D-5F88-56AB-95EE-2C0CCD04F36D}" dt="2026-02-19T14:05:22.187" v="344"/>
          <ac:spMkLst>
            <pc:docMk/>
            <pc:sldMk cId="29882331" sldId="274"/>
            <ac:spMk id="28" creationId="{843E9040-00BE-9795-0A20-629A99CD16AD}"/>
          </ac:spMkLst>
        </pc:spChg>
      </pc:sldChg>
      <pc:sldChg chg="modSp del mod">
        <pc:chgData name="Go Muto" userId="0ea32aeb-8bc2-4177-b806-bfac87ba8199" providerId="ADAL" clId="{58B30D2D-5F88-56AB-95EE-2C0CCD04F36D}" dt="2026-02-21T15:14:19.310" v="764"/>
        <pc:sldMkLst>
          <pc:docMk/>
          <pc:sldMk cId="1236563541" sldId="275"/>
        </pc:sldMkLst>
      </pc:sldChg>
      <pc:sldChg chg="modSp mod">
        <pc:chgData name="Go Muto" userId="0ea32aeb-8bc2-4177-b806-bfac87ba8199" providerId="ADAL" clId="{58B30D2D-5F88-56AB-95EE-2C0CCD04F36D}" dt="2026-02-19T14:05:22.192" v="347"/>
        <pc:sldMkLst>
          <pc:docMk/>
          <pc:sldMk cId="3618399124" sldId="277"/>
        </pc:sldMkLst>
        <pc:spChg chg="mod">
          <ac:chgData name="Go Muto" userId="0ea32aeb-8bc2-4177-b806-bfac87ba8199" providerId="ADAL" clId="{58B30D2D-5F88-56AB-95EE-2C0CCD04F36D}" dt="2026-02-19T14:05:22.192" v="347"/>
          <ac:spMkLst>
            <pc:docMk/>
            <pc:sldMk cId="3618399124" sldId="277"/>
            <ac:spMk id="28" creationId="{D75D50DF-9885-38B2-03DA-40A474A3C589}"/>
          </ac:spMkLst>
        </pc:spChg>
      </pc:sldChg>
      <pc:sldChg chg="delSp modSp mod">
        <pc:chgData name="Go Muto" userId="0ea32aeb-8bc2-4177-b806-bfac87ba8199" providerId="ADAL" clId="{58B30D2D-5F88-56AB-95EE-2C0CCD04F36D}" dt="2026-02-19T14:05:22.190" v="346"/>
        <pc:sldMkLst>
          <pc:docMk/>
          <pc:sldMk cId="2653292976" sldId="278"/>
        </pc:sldMkLst>
        <pc:spChg chg="mod">
          <ac:chgData name="Go Muto" userId="0ea32aeb-8bc2-4177-b806-bfac87ba8199" providerId="ADAL" clId="{58B30D2D-5F88-56AB-95EE-2C0CCD04F36D}" dt="2026-02-19T14:05:22.190" v="346"/>
          <ac:spMkLst>
            <pc:docMk/>
            <pc:sldMk cId="2653292976" sldId="278"/>
            <ac:spMk id="28" creationId="{446D6469-094D-9D0C-5093-9EBC1026B9A4}"/>
          </ac:spMkLst>
        </pc:spChg>
        <pc:picChg chg="mod">
          <ac:chgData name="Go Muto" userId="0ea32aeb-8bc2-4177-b806-bfac87ba8199" providerId="ADAL" clId="{58B30D2D-5F88-56AB-95EE-2C0CCD04F36D}" dt="2026-02-19T13:32:00.152" v="4" actId="1076"/>
          <ac:picMkLst>
            <pc:docMk/>
            <pc:sldMk cId="2653292976" sldId="278"/>
            <ac:picMk id="27" creationId="{30DE0964-8FEB-C598-6443-41540C3548E4}"/>
          </ac:picMkLst>
        </pc:picChg>
      </pc:sldChg>
      <pc:sldChg chg="addSp modSp add mod">
        <pc:chgData name="Go Muto" userId="0ea32aeb-8bc2-4177-b806-bfac87ba8199" providerId="ADAL" clId="{58B30D2D-5F88-56AB-95EE-2C0CCD04F36D}" dt="2026-02-19T14:16:01.680" v="397" actId="14100"/>
        <pc:sldMkLst>
          <pc:docMk/>
          <pc:sldMk cId="3906839348" sldId="283"/>
        </pc:sldMkLst>
        <pc:spChg chg="mod">
          <ac:chgData name="Go Muto" userId="0ea32aeb-8bc2-4177-b806-bfac87ba8199" providerId="ADAL" clId="{58B30D2D-5F88-56AB-95EE-2C0CCD04F36D}" dt="2026-02-19T14:15:54.703" v="395" actId="14100"/>
          <ac:spMkLst>
            <pc:docMk/>
            <pc:sldMk cId="3906839348" sldId="283"/>
            <ac:spMk id="8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19T14:16:01.680" v="397" actId="14100"/>
          <ac:spMkLst>
            <pc:docMk/>
            <pc:sldMk cId="3906839348" sldId="283"/>
            <ac:spMk id="12" creationId="{00000000-0000-0000-0000-000000000000}"/>
          </ac:spMkLst>
        </pc:spChg>
        <pc:spChg chg="add mod">
          <ac:chgData name="Go Muto" userId="0ea32aeb-8bc2-4177-b806-bfac87ba8199" providerId="ADAL" clId="{58B30D2D-5F88-56AB-95EE-2C0CCD04F36D}" dt="2026-02-19T13:51:17.597" v="261"/>
          <ac:spMkLst>
            <pc:docMk/>
            <pc:sldMk cId="3906839348" sldId="283"/>
            <ac:spMk id="13" creationId="{25EBC2CC-6057-0C42-86BD-3468D469A1CA}"/>
          </ac:spMkLst>
        </pc:spChg>
        <pc:spChg chg="add mod">
          <ac:chgData name="Go Muto" userId="0ea32aeb-8bc2-4177-b806-bfac87ba8199" providerId="ADAL" clId="{58B30D2D-5F88-56AB-95EE-2C0CCD04F36D}" dt="2026-02-19T13:51:17.599" v="269"/>
          <ac:spMkLst>
            <pc:docMk/>
            <pc:sldMk cId="3906839348" sldId="283"/>
            <ac:spMk id="14" creationId="{28055FC8-B04A-4048-B6D1-D9675F529CE5}"/>
          </ac:spMkLst>
        </pc:spChg>
        <pc:spChg chg="add mod">
          <ac:chgData name="Go Muto" userId="0ea32aeb-8bc2-4177-b806-bfac87ba8199" providerId="ADAL" clId="{58B30D2D-5F88-56AB-95EE-2C0CCD04F36D}" dt="2026-02-19T13:51:17.600" v="273"/>
          <ac:spMkLst>
            <pc:docMk/>
            <pc:sldMk cId="3906839348" sldId="283"/>
            <ac:spMk id="15" creationId="{64570CC5-BC06-0340-8272-B2491F5FF0C1}"/>
          </ac:spMkLst>
        </pc:spChg>
        <pc:spChg chg="add mod">
          <ac:chgData name="Go Muto" userId="0ea32aeb-8bc2-4177-b806-bfac87ba8199" providerId="ADAL" clId="{58B30D2D-5F88-56AB-95EE-2C0CCD04F36D}" dt="2026-02-19T13:51:17.598" v="265"/>
          <ac:spMkLst>
            <pc:docMk/>
            <pc:sldMk cId="3906839348" sldId="283"/>
            <ac:spMk id="16" creationId="{727B2D6A-B519-DD4B-A1D5-E5B17F924F25}"/>
          </ac:spMkLst>
        </pc:spChg>
        <pc:spChg chg="add mod">
          <ac:chgData name="Go Muto" userId="0ea32aeb-8bc2-4177-b806-bfac87ba8199" providerId="ADAL" clId="{58B30D2D-5F88-56AB-95EE-2C0CCD04F36D}" dt="2026-02-19T13:51:17.600" v="275"/>
          <ac:spMkLst>
            <pc:docMk/>
            <pc:sldMk cId="3906839348" sldId="283"/>
            <ac:spMk id="17" creationId="{7E4115A8-3515-1040-8254-6118E20312B2}"/>
          </ac:spMkLst>
        </pc:spChg>
        <pc:spChg chg="add mod">
          <ac:chgData name="Go Muto" userId="0ea32aeb-8bc2-4177-b806-bfac87ba8199" providerId="ADAL" clId="{58B30D2D-5F88-56AB-95EE-2C0CCD04F36D}" dt="2026-02-19T13:51:17.601" v="278"/>
          <ac:spMkLst>
            <pc:docMk/>
            <pc:sldMk cId="3906839348" sldId="283"/>
            <ac:spMk id="18" creationId="{A98BF28F-6C6C-AE42-A72B-A2FF4FA35E6B}"/>
          </ac:spMkLst>
        </pc:spChg>
        <pc:spChg chg="add mod">
          <ac:chgData name="Go Muto" userId="0ea32aeb-8bc2-4177-b806-bfac87ba8199" providerId="ADAL" clId="{58B30D2D-5F88-56AB-95EE-2C0CCD04F36D}" dt="2026-02-19T13:51:17.601" v="280"/>
          <ac:spMkLst>
            <pc:docMk/>
            <pc:sldMk cId="3906839348" sldId="283"/>
            <ac:spMk id="19" creationId="{2EBD6A85-C673-0040-A9A7-DD4B929EE90D}"/>
          </ac:spMkLst>
        </pc:spChg>
        <pc:spChg chg="add mod">
          <ac:chgData name="Go Muto" userId="0ea32aeb-8bc2-4177-b806-bfac87ba8199" providerId="ADAL" clId="{58B30D2D-5F88-56AB-95EE-2C0CCD04F36D}" dt="2026-02-19T13:51:17.602" v="283"/>
          <ac:spMkLst>
            <pc:docMk/>
            <pc:sldMk cId="3906839348" sldId="283"/>
            <ac:spMk id="20" creationId="{64D69063-CE02-DB49-98F1-2AED63D23341}"/>
          </ac:spMkLst>
        </pc:spChg>
        <pc:spChg chg="mod">
          <ac:chgData name="Go Muto" userId="0ea32aeb-8bc2-4177-b806-bfac87ba8199" providerId="ADAL" clId="{58B30D2D-5F88-56AB-95EE-2C0CCD04F36D}" dt="2026-02-19T14:05:22.196" v="350"/>
          <ac:spMkLst>
            <pc:docMk/>
            <pc:sldMk cId="3906839348" sldId="283"/>
            <ac:spMk id="24" creationId="{00000000-0000-0000-0000-000000000000}"/>
          </ac:spMkLst>
        </pc:spChg>
      </pc:sldChg>
      <pc:sldChg chg="modSp add mod">
        <pc:chgData name="Go Muto" userId="0ea32aeb-8bc2-4177-b806-bfac87ba8199" providerId="ADAL" clId="{58B30D2D-5F88-56AB-95EE-2C0CCD04F36D}" dt="2026-02-19T15:03:07.926" v="682"/>
        <pc:sldMkLst>
          <pc:docMk/>
          <pc:sldMk cId="3781505547" sldId="297"/>
        </pc:sldMkLst>
        <pc:spChg chg="mod">
          <ac:chgData name="Go Muto" userId="0ea32aeb-8bc2-4177-b806-bfac87ba8199" providerId="ADAL" clId="{58B30D2D-5F88-56AB-95EE-2C0CCD04F36D}" dt="2026-02-19T15:02:11.898" v="666"/>
          <ac:spMkLst>
            <pc:docMk/>
            <pc:sldMk cId="3781505547" sldId="297"/>
            <ac:spMk id="8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19T14:05:22.200" v="353"/>
          <ac:spMkLst>
            <pc:docMk/>
            <pc:sldMk cId="3781505547" sldId="297"/>
            <ac:spMk id="24" creationId="{00000000-0000-0000-0000-000000000000}"/>
          </ac:spMkLst>
        </pc:spChg>
        <pc:picChg chg="mod">
          <ac:chgData name="Go Muto" userId="0ea32aeb-8bc2-4177-b806-bfac87ba8199" providerId="ADAL" clId="{58B30D2D-5F88-56AB-95EE-2C0CCD04F36D}" dt="2026-02-19T15:03:07.926" v="682"/>
          <ac:picMkLst>
            <pc:docMk/>
            <pc:sldMk cId="3781505547" sldId="297"/>
            <ac:picMk id="28" creationId="{99F7BAAD-8CAB-7989-F6E9-049B6A70EBFF}"/>
          </ac:picMkLst>
        </pc:picChg>
      </pc:sldChg>
      <pc:sldChg chg="modSp add del mod">
        <pc:chgData name="Go Muto" userId="0ea32aeb-8bc2-4177-b806-bfac87ba8199" providerId="ADAL" clId="{58B30D2D-5F88-56AB-95EE-2C0CCD04F36D}" dt="2026-02-21T15:14:39.264" v="766"/>
        <pc:sldMkLst>
          <pc:docMk/>
          <pc:sldMk cId="2459684479" sldId="303"/>
        </pc:sldMkLst>
      </pc:sldChg>
      <pc:sldChg chg="add">
        <pc:chgData name="Go Muto" userId="0ea32aeb-8bc2-4177-b806-bfac87ba8199" providerId="ADAL" clId="{58B30D2D-5F88-56AB-95EE-2C0CCD04F36D}" dt="2026-02-19T14:08:42.699" v="390"/>
        <pc:sldMkLst>
          <pc:docMk/>
          <pc:sldMk cId="1161199751" sldId="306"/>
        </pc:sldMkLst>
      </pc:sldChg>
      <pc:sldChg chg="add">
        <pc:chgData name="Go Muto" userId="0ea32aeb-8bc2-4177-b806-bfac87ba8199" providerId="ADAL" clId="{58B30D2D-5F88-56AB-95EE-2C0CCD04F36D}" dt="2026-02-19T14:48:34.107" v="641"/>
        <pc:sldMkLst>
          <pc:docMk/>
          <pc:sldMk cId="2154463725" sldId="312"/>
        </pc:sldMkLst>
      </pc:sldChg>
      <pc:sldChg chg="add">
        <pc:chgData name="Go Muto" userId="0ea32aeb-8bc2-4177-b806-bfac87ba8199" providerId="ADAL" clId="{58B30D2D-5F88-56AB-95EE-2C0CCD04F36D}" dt="2026-02-19T14:55:58.400" v="663"/>
        <pc:sldMkLst>
          <pc:docMk/>
          <pc:sldMk cId="4228532054" sldId="314"/>
        </pc:sldMkLst>
      </pc:sldChg>
      <pc:sldChg chg="delSp add del mod">
        <pc:chgData name="Go Muto" userId="0ea32aeb-8bc2-4177-b806-bfac87ba8199" providerId="ADAL" clId="{58B30D2D-5F88-56AB-95EE-2C0CCD04F36D}" dt="2026-02-20T00:47:58.549" v="698"/>
        <pc:sldMkLst>
          <pc:docMk/>
          <pc:sldMk cId="3016719438" sldId="315"/>
        </pc:sldMkLst>
        <pc:spChg chg="del">
          <ac:chgData name="Go Muto" userId="0ea32aeb-8bc2-4177-b806-bfac87ba8199" providerId="ADAL" clId="{58B30D2D-5F88-56AB-95EE-2C0CCD04F36D}" dt="2026-02-20T00:47:26.331" v="695"/>
          <ac:spMkLst>
            <pc:docMk/>
            <pc:sldMk cId="3016719438" sldId="315"/>
            <ac:spMk id="24" creationId="{4E523597-B1A0-BFB0-DF95-A379A528CB6D}"/>
          </ac:spMkLst>
        </pc:spChg>
        <pc:picChg chg="del">
          <ac:chgData name="Go Muto" userId="0ea32aeb-8bc2-4177-b806-bfac87ba8199" providerId="ADAL" clId="{58B30D2D-5F88-56AB-95EE-2C0CCD04F36D}" dt="2026-02-20T00:47:26.330" v="694"/>
          <ac:picMkLst>
            <pc:docMk/>
            <pc:sldMk cId="3016719438" sldId="315"/>
            <ac:picMk id="23" creationId="{9EA5E197-F426-E24F-EC0A-7B0052904668}"/>
          </ac:picMkLst>
        </pc:picChg>
        <pc:cxnChg chg="del">
          <ac:chgData name="Go Muto" userId="0ea32aeb-8bc2-4177-b806-bfac87ba8199" providerId="ADAL" clId="{58B30D2D-5F88-56AB-95EE-2C0CCD04F36D}" dt="2026-02-20T00:47:26.331" v="696"/>
          <ac:cxnSpMkLst>
            <pc:docMk/>
            <pc:sldMk cId="3016719438" sldId="315"/>
            <ac:cxnSpMk id="26" creationId="{F01FEA6F-C208-5DF2-CD36-131667F433F9}"/>
          </ac:cxnSpMkLst>
        </pc:cxnChg>
      </pc:sldChg>
      <pc:sldChg chg="modSp add del mod">
        <pc:chgData name="Go Muto" userId="0ea32aeb-8bc2-4177-b806-bfac87ba8199" providerId="ADAL" clId="{58B30D2D-5F88-56AB-95EE-2C0CCD04F36D}" dt="2026-02-20T00:49:42.405" v="729"/>
        <pc:sldMkLst>
          <pc:docMk/>
          <pc:sldMk cId="3555846566" sldId="316"/>
        </pc:sldMkLst>
        <pc:spChg chg="mod">
          <ac:chgData name="Go Muto" userId="0ea32aeb-8bc2-4177-b806-bfac87ba8199" providerId="ADAL" clId="{58B30D2D-5F88-56AB-95EE-2C0CCD04F36D}" dt="2026-02-20T00:49:21.671" v="716"/>
          <ac:spMkLst>
            <pc:docMk/>
            <pc:sldMk cId="3555846566" sldId="316"/>
            <ac:spMk id="5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1" v="717"/>
          <ac:spMkLst>
            <pc:docMk/>
            <pc:sldMk cId="3555846566" sldId="316"/>
            <ac:spMk id="6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1" v="718"/>
          <ac:spMkLst>
            <pc:docMk/>
            <pc:sldMk cId="3555846566" sldId="316"/>
            <ac:spMk id="7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2" v="719"/>
          <ac:spMkLst>
            <pc:docMk/>
            <pc:sldMk cId="3555846566" sldId="316"/>
            <ac:spMk id="8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2" v="720"/>
          <ac:spMkLst>
            <pc:docMk/>
            <pc:sldMk cId="3555846566" sldId="316"/>
            <ac:spMk id="9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2" v="721"/>
          <ac:spMkLst>
            <pc:docMk/>
            <pc:sldMk cId="3555846566" sldId="316"/>
            <ac:spMk id="10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3" v="722"/>
          <ac:spMkLst>
            <pc:docMk/>
            <pc:sldMk cId="3555846566" sldId="316"/>
            <ac:spMk id="11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3" v="723"/>
          <ac:spMkLst>
            <pc:docMk/>
            <pc:sldMk cId="3555846566" sldId="316"/>
            <ac:spMk id="12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3" v="724"/>
          <ac:spMkLst>
            <pc:docMk/>
            <pc:sldMk cId="3555846566" sldId="316"/>
            <ac:spMk id="13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3" v="725"/>
          <ac:spMkLst>
            <pc:docMk/>
            <pc:sldMk cId="3555846566" sldId="316"/>
            <ac:spMk id="14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4" v="726"/>
          <ac:spMkLst>
            <pc:docMk/>
            <pc:sldMk cId="3555846566" sldId="316"/>
            <ac:spMk id="15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49:21.674" v="727"/>
          <ac:spMkLst>
            <pc:docMk/>
            <pc:sldMk cId="3555846566" sldId="316"/>
            <ac:spMk id="16" creationId="{00000000-0000-0000-0000-000000000000}"/>
          </ac:spMkLst>
        </pc:spChg>
      </pc:sldChg>
      <pc:sldChg chg="addSp modSp add del mod">
        <pc:chgData name="Go Muto" userId="0ea32aeb-8bc2-4177-b806-bfac87ba8199" providerId="ADAL" clId="{58B30D2D-5F88-56AB-95EE-2C0CCD04F36D}" dt="2026-02-20T00:50:46.494" v="749"/>
        <pc:sldMkLst>
          <pc:docMk/>
          <pc:sldMk cId="2615683939" sldId="317"/>
        </pc:sldMkLst>
        <pc:spChg chg="mod">
          <ac:chgData name="Go Muto" userId="0ea32aeb-8bc2-4177-b806-bfac87ba8199" providerId="ADAL" clId="{58B30D2D-5F88-56AB-95EE-2C0CCD04F36D}" dt="2026-02-20T00:50:32.466" v="740"/>
          <ac:spMkLst>
            <pc:docMk/>
            <pc:sldMk cId="2615683939" sldId="317"/>
            <ac:spMk id="5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46" v="738"/>
          <ac:spMkLst>
            <pc:docMk/>
            <pc:sldMk cId="2615683939" sldId="317"/>
            <ac:spMk id="7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4" v="739"/>
          <ac:spMkLst>
            <pc:docMk/>
            <pc:sldMk cId="2615683939" sldId="317"/>
            <ac:spMk id="9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8" v="741"/>
          <ac:spMkLst>
            <pc:docMk/>
            <pc:sldMk cId="2615683939" sldId="317"/>
            <ac:spMk id="10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9" v="742"/>
          <ac:spMkLst>
            <pc:docMk/>
            <pc:sldMk cId="2615683939" sldId="317"/>
            <ac:spMk id="11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9" v="743"/>
          <ac:spMkLst>
            <pc:docMk/>
            <pc:sldMk cId="2615683939" sldId="317"/>
            <ac:spMk id="12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9" v="744"/>
          <ac:spMkLst>
            <pc:docMk/>
            <pc:sldMk cId="2615683939" sldId="317"/>
            <ac:spMk id="13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69" v="745"/>
          <ac:spMkLst>
            <pc:docMk/>
            <pc:sldMk cId="2615683939" sldId="317"/>
            <ac:spMk id="14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70" v="746"/>
          <ac:spMkLst>
            <pc:docMk/>
            <pc:sldMk cId="2615683939" sldId="317"/>
            <ac:spMk id="15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32.470" v="747"/>
          <ac:spMkLst>
            <pc:docMk/>
            <pc:sldMk cId="2615683939" sldId="317"/>
            <ac:spMk id="16" creationId="{00000000-0000-0000-0000-000000000000}"/>
          </ac:spMkLst>
        </pc:spChg>
        <pc:spChg chg="add mod">
          <ac:chgData name="Go Muto" userId="0ea32aeb-8bc2-4177-b806-bfac87ba8199" providerId="ADAL" clId="{58B30D2D-5F88-56AB-95EE-2C0CCD04F36D}" dt="2026-02-20T00:49:50.167" v="737"/>
          <ac:spMkLst>
            <pc:docMk/>
            <pc:sldMk cId="2615683939" sldId="317"/>
            <ac:spMk id="17" creationId="{2AB56216-0634-404A-AE72-31C3BC5F6687}"/>
          </ac:spMkLst>
        </pc:spChg>
      </pc:sldChg>
      <pc:sldChg chg="modSp add mod">
        <pc:chgData name="Go Muto" userId="0ea32aeb-8bc2-4177-b806-bfac87ba8199" providerId="ADAL" clId="{58B30D2D-5F88-56AB-95EE-2C0CCD04F36D}" dt="2026-02-20T01:33:54.447" v="762" actId="20577"/>
        <pc:sldMkLst>
          <pc:docMk/>
          <pc:sldMk cId="2869998205" sldId="318"/>
        </pc:sldMkLst>
        <pc:spChg chg="mod">
          <ac:chgData name="Go Muto" userId="0ea32aeb-8bc2-4177-b806-bfac87ba8199" providerId="ADAL" clId="{58B30D2D-5F88-56AB-95EE-2C0CCD04F36D}" dt="2026-02-20T01:33:54.447" v="762" actId="20577"/>
          <ac:spMkLst>
            <pc:docMk/>
            <pc:sldMk cId="2869998205" sldId="318"/>
            <ac:spMk id="8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54.548" v="752"/>
          <ac:spMkLst>
            <pc:docMk/>
            <pc:sldMk cId="2869998205" sldId="318"/>
            <ac:spMk id="13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54.549" v="753"/>
          <ac:spMkLst>
            <pc:docMk/>
            <pc:sldMk cId="2869998205" sldId="318"/>
            <ac:spMk id="14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0:54.536" v="751"/>
          <ac:spMkLst>
            <pc:docMk/>
            <pc:sldMk cId="2869998205" sldId="318"/>
            <ac:spMk id="16" creationId="{00000000-0000-0000-0000-000000000000}"/>
          </ac:spMkLst>
        </pc:spChg>
        <pc:spChg chg="mod">
          <ac:chgData name="Go Muto" userId="0ea32aeb-8bc2-4177-b806-bfac87ba8199" providerId="ADAL" clId="{58B30D2D-5F88-56AB-95EE-2C0CCD04F36D}" dt="2026-02-20T00:51:36.042" v="760"/>
          <ac:spMkLst>
            <pc:docMk/>
            <pc:sldMk cId="2869998205" sldId="318"/>
            <ac:spMk id="17" creationId="{2AB56216-0634-404A-AE72-31C3BC5F6687}"/>
          </ac:spMkLst>
        </pc:spChg>
        <pc:picChg chg="mod">
          <ac:chgData name="Go Muto" userId="0ea32aeb-8bc2-4177-b806-bfac87ba8199" providerId="ADAL" clId="{58B30D2D-5F88-56AB-95EE-2C0CCD04F36D}" dt="2026-02-20T00:51:36.042" v="757"/>
          <ac:picMkLst>
            <pc:docMk/>
            <pc:sldMk cId="2869998205" sldId="318"/>
            <ac:picMk id="23" creationId="{00000000-0000-0000-0000-000000000000}"/>
          </ac:picMkLst>
        </pc:picChg>
      </pc:sldChg>
      <pc:sldChg chg="add del">
        <pc:chgData name="Go Muto" userId="0ea32aeb-8bc2-4177-b806-bfac87ba8199" providerId="ADAL" clId="{58B30D2D-5F88-56AB-95EE-2C0CCD04F36D}" dt="2026-02-21T15:15:17.325" v="768"/>
        <pc:sldMkLst>
          <pc:docMk/>
          <pc:sldMk cId="2257843152" sldId="319"/>
        </pc:sldMkLst>
      </pc:sldChg>
      <pc:sldChg chg="add del">
        <pc:chgData name="Go Muto" userId="0ea32aeb-8bc2-4177-b806-bfac87ba8199" providerId="ADAL" clId="{58B30D2D-5F88-56AB-95EE-2C0CCD04F36D}" dt="2026-02-21T15:16:03.913" v="770"/>
        <pc:sldMkLst>
          <pc:docMk/>
          <pc:sldMk cId="3415676663" sldId="320"/>
        </pc:sldMkLst>
      </pc:sldChg>
      <pc:sldChg chg="add">
        <pc:chgData name="Go Muto" userId="0ea32aeb-8bc2-4177-b806-bfac87ba8199" providerId="ADAL" clId="{58B30D2D-5F88-56AB-95EE-2C0CCD04F36D}" dt="2026-02-21T15:15:17.319" v="767"/>
        <pc:sldMkLst>
          <pc:docMk/>
          <pc:sldMk cId="59902918" sldId="321"/>
        </pc:sldMkLst>
      </pc:sldChg>
      <pc:sldChg chg="add">
        <pc:chgData name="Go Muto" userId="0ea32aeb-8bc2-4177-b806-bfac87ba8199" providerId="ADAL" clId="{58B30D2D-5F88-56AB-95EE-2C0CCD04F36D}" dt="2026-02-21T15:16:03.911" v="769"/>
        <pc:sldMkLst>
          <pc:docMk/>
          <pc:sldMk cId="3346613369" sldId="322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86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AF73-94F6-3CF7-1C0C-9C48B32A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507DA-AA68-914D-2128-967B77FD3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0E04B-5D1E-BFA7-A061-9B38074F1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E1E1F-C8A1-C8C9-2310-95BEF4BCB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57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B62E-5C0E-0146-5E0B-7724ED34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39EAF-5985-2F19-9700-CB2334869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BA2F-7B48-1420-41AA-A432CAA9F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473A4-850C-C25F-3948-5F959DDD4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7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2FCA-0352-7B6C-9BFB-91C8B55C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66361-A86A-6100-47BF-BC84D55A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DA6AB-82AB-3402-5C57-935D3BAAE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19DB3-8D27-477D-F162-2AF60856C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B911-8A30-F7EC-1C20-17505857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8CC68-5BE0-974D-FF63-CB3FEB5A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DE9BB-79AA-13DC-76A5-9A586E6C7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BB450-BF65-7C14-C625-C29FB28FE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89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D167-95A6-64A0-FAFE-3C753481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81468-3540-AF3E-1252-A2B84040C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85186-5859-53A7-376D-70BABECB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9DB92-0BAC-466C-75EC-1489B8755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08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2E13-4EEF-2E1B-2EFE-96A9FF606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D2145-2714-1BB2-3E4E-EA57DBF33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DA80B-AC4F-E2FE-74E2-BB1CAB4F8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52F1A-6C78-FDDA-4A81-CD10527B9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28EC-FAC3-4AE2-71FE-F1816337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B1C21-D0F8-C00D-940F-15FAD7D96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D4219-51BE-CBAB-35AF-D0B9562DD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60379-58D9-9F69-B3F3-96C585864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95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00088"/>
            <a:ext cx="8382000" cy="0"/>
          </a:xfrm>
          <a:prstGeom prst="line">
            <a:avLst/>
          </a:prstGeom>
          <a:noFill/>
          <a:ln w="28575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96696" y="1440656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4213" y="149780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530096" y="1478756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必要なもの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530096" y="192062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ハードウェアとソフトウェアの準備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996696" y="2271117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34213" y="232826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530096" y="2309217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Imagerのインストール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530096" y="2751088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OSイメージ書込みツールの導入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996696" y="3101578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4213" y="315872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530096" y="3139678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OSイメージの書込み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530096" y="3581549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SDカードへのOS書込み手順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5340096" y="1440656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77613" y="149780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5873496" y="1478756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r>
              <a:rPr lang="ja-JP" alt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接続と</a:t>
            </a:r>
            <a:r>
              <a:rPr 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</a:t>
            </a:r>
            <a:r>
              <a:rPr lang="ja-JP" alt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の導入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873496" y="1920627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r>
              <a:rPr lang="ja-JP" alt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接続・固定</a:t>
            </a:r>
            <a:r>
              <a:rPr 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r>
              <a:rPr lang="ja-JP" alt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設定・公式スクリプトによる導入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340096" y="2271117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77613" y="232826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5873496" y="2309217"/>
            <a:ext cx="3575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2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起動・ブラウザアクセス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873496" y="2751088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90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起動コマンドとブラウザからの接続確認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4275AB4B-A294-3EAF-F03D-4CF1D3C2343B}"/>
              </a:ext>
            </a:extLst>
          </p:cNvPr>
          <p:cNvSpPr/>
          <p:nvPr/>
        </p:nvSpPr>
        <p:spPr>
          <a:xfrm>
            <a:off x="1188104" y="235645"/>
            <a:ext cx="6603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600"/>
              </a:spcAft>
              <a:buNone/>
            </a:pPr>
            <a:r>
              <a:rPr lang="en-US" b="1">
                <a:solidFill>
                  <a:srgbClr val="C5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+ Node-RED セットアップガイド</a:t>
            </a:r>
            <a:endParaRPr lang="en-US"/>
          </a:p>
        </p:txBody>
      </p:sp>
      <p:pic>
        <p:nvPicPr>
          <p:cNvPr id="30" name="Image 0" descr="/tmp/rasterized-gradient-c6420688.png">
            <a:extLst>
              <a:ext uri="{FF2B5EF4-FFF2-40B4-BE49-F238E27FC236}">
                <a16:creationId xmlns:a16="http://schemas.microsoft.com/office/drawing/2014/main" id="{4D8CDE7D-66A4-E312-C23E-1B78070FD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9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必要なもの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418630"/>
            <a:ext cx="2933700" cy="3189982"/>
          </a:xfrm>
          <a:prstGeom prst="roundRect">
            <a:avLst>
              <a:gd name="adj" fmla="val 259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571030"/>
            <a:ext cx="2628900" cy="415230"/>
          </a:xfrm>
          <a:prstGeom prst="roundRect">
            <a:avLst>
              <a:gd name="adj" fmla="val 9176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8533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ハードウェア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533400" y="23395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91060"/>
            <a:ext cx="19760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Raspberry </a:t>
            </a:r>
            <a:r>
              <a:rPr lang="en-US" sz="975" b="1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Pi本体</a:t>
            </a:r>
            <a:endParaRPr lang="en-US" sz="975"/>
          </a:p>
        </p:txBody>
      </p:sp>
      <p:sp>
        <p:nvSpPr>
          <p:cNvPr id="10" name="Text 8"/>
          <p:cNvSpPr/>
          <p:nvPr/>
        </p:nvSpPr>
        <p:spPr>
          <a:xfrm>
            <a:off x="533400" y="266521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616696"/>
            <a:ext cx="23151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microSDカード</a:t>
            </a:r>
            <a:r>
              <a:rPr lang="en-US" sz="975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（16GB以上、Class10）</a:t>
            </a:r>
            <a:endParaRPr lang="en-US" sz="975"/>
          </a:p>
        </p:txBody>
      </p:sp>
      <p:sp>
        <p:nvSpPr>
          <p:cNvPr id="12" name="Text 10"/>
          <p:cNvSpPr/>
          <p:nvPr/>
        </p:nvSpPr>
        <p:spPr>
          <a:xfrm>
            <a:off x="533400" y="29908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42332"/>
            <a:ext cx="10714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SDカードリーダー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533400" y="33164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67968"/>
            <a:ext cx="17452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電源アダプター</a:t>
            </a:r>
            <a:r>
              <a:rPr lang="en-US" sz="975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（5V/3A推奨）</a:t>
            </a:r>
            <a:endParaRPr lang="en-US" sz="975"/>
          </a:p>
        </p:txBody>
      </p:sp>
      <p:sp>
        <p:nvSpPr>
          <p:cNvPr id="16" name="Text 14"/>
          <p:cNvSpPr/>
          <p:nvPr/>
        </p:nvSpPr>
        <p:spPr>
          <a:xfrm>
            <a:off x="533400" y="364212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93604"/>
            <a:ext cx="14949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HDMIケーブル + モニター</a:t>
            </a:r>
            <a:endParaRPr lang="en-US" sz="975"/>
          </a:p>
        </p:txBody>
      </p:sp>
      <p:sp>
        <p:nvSpPr>
          <p:cNvPr id="18" name="Text 16"/>
          <p:cNvSpPr/>
          <p:nvPr/>
        </p:nvSpPr>
        <p:spPr>
          <a:xfrm>
            <a:off x="533400" y="396775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919240"/>
            <a:ext cx="11722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キーボード + マウス</a:t>
            </a:r>
            <a:endParaRPr lang="en-US" sz="975"/>
          </a:p>
        </p:txBody>
      </p:sp>
      <p:sp>
        <p:nvSpPr>
          <p:cNvPr id="20" name="Text 18"/>
          <p:cNvSpPr/>
          <p:nvPr/>
        </p:nvSpPr>
        <p:spPr>
          <a:xfrm>
            <a:off x="533400" y="429339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244876"/>
            <a:ext cx="19192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LANケーブル</a:t>
            </a:r>
            <a:endParaRPr lang="en-US" sz="975"/>
          </a:p>
        </p:txBody>
      </p:sp>
      <p:sp>
        <p:nvSpPr>
          <p:cNvPr id="22" name="Text 20"/>
          <p:cNvSpPr/>
          <p:nvPr/>
        </p:nvSpPr>
        <p:spPr>
          <a:xfrm>
            <a:off x="3619500" y="1701701"/>
            <a:ext cx="2933700" cy="2623840"/>
          </a:xfrm>
          <a:prstGeom prst="roundRect">
            <a:avLst>
              <a:gd name="adj" fmla="val 290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71900" y="1854101"/>
            <a:ext cx="2628900" cy="415230"/>
          </a:xfrm>
          <a:prstGeom prst="roundRect">
            <a:avLst>
              <a:gd name="adj" fmla="val 9176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24300" y="1968401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ソフトウェア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771900" y="262264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24300" y="2574131"/>
            <a:ext cx="12285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Imager</a:t>
            </a:r>
            <a:endParaRPr lang="en-US" sz="975"/>
          </a:p>
        </p:txBody>
      </p:sp>
      <p:sp>
        <p:nvSpPr>
          <p:cNvPr id="27" name="Text 25"/>
          <p:cNvSpPr/>
          <p:nvPr/>
        </p:nvSpPr>
        <p:spPr>
          <a:xfrm>
            <a:off x="3924300" y="2823567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https://www.raspberrypi.com/software/</a:t>
            </a:r>
            <a:endParaRPr lang="en-US" sz="825"/>
          </a:p>
        </p:txBody>
      </p:sp>
      <p:sp>
        <p:nvSpPr>
          <p:cNvPr id="28" name="Text 26"/>
          <p:cNvSpPr/>
          <p:nvPr/>
        </p:nvSpPr>
        <p:spPr>
          <a:xfrm>
            <a:off x="3771900" y="3198763"/>
            <a:ext cx="2628900" cy="974378"/>
          </a:xfrm>
          <a:prstGeom prst="roundRect">
            <a:avLst>
              <a:gd name="adj" fmla="val 391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90950" y="3198763"/>
            <a:ext cx="0" cy="974378"/>
          </a:xfrm>
          <a:prstGeom prst="line">
            <a:avLst/>
          </a:prstGeom>
          <a:noFill/>
          <a:ln w="38100">
            <a:solidFill>
              <a:srgbClr val="2C87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924300" y="3351163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Raspberry Pi Imagerとは？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924300" y="3549253"/>
            <a:ext cx="24094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Pi財団が提供する公式ツール。OSイメージのダウンロードからSDカードへの書込みまで一括で行える便利なソフトウェアです。</a:t>
            </a:r>
            <a:endParaRPr lang="en-US" sz="825"/>
          </a:p>
        </p:txBody>
      </p:sp>
      <p:sp>
        <p:nvSpPr>
          <p:cNvPr id="35" name="Text 33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2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37" name="図 36" descr="電子機器の部品  AI 生成コンテンツは誤りを含む可能性があります。">
            <a:extLst>
              <a:ext uri="{FF2B5EF4-FFF2-40B4-BE49-F238E27FC236}">
                <a16:creationId xmlns:a16="http://schemas.microsoft.com/office/drawing/2014/main" id="{35CA4F46-4747-429B-A1FA-4421DFBD5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6590"/>
            <a:ext cx="1832644" cy="143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52463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Imagerのダウンロード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074390"/>
            <a:ext cx="8382000" cy="458986"/>
          </a:xfrm>
          <a:prstGeom prst="roundRect">
            <a:avLst>
              <a:gd name="adj" fmla="val 8301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2925" y="1217265"/>
            <a:ext cx="8219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>
                <a:solidFill>
                  <a:srgbClr val="1D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🌐 https://www.raspberrypi.com/software/</a:t>
            </a:r>
            <a:endParaRPr lang="en-US" sz="975"/>
          </a:p>
        </p:txBody>
      </p:sp>
      <p:sp>
        <p:nvSpPr>
          <p:cNvPr id="7" name="Text 5"/>
          <p:cNvSpPr/>
          <p:nvPr/>
        </p:nvSpPr>
        <p:spPr>
          <a:xfrm>
            <a:off x="381000" y="1955453"/>
            <a:ext cx="40767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0050" y="1955453"/>
            <a:ext cx="0" cy="807690"/>
          </a:xfrm>
          <a:prstGeom prst="line">
            <a:avLst/>
          </a:prstGeom>
          <a:noFill/>
          <a:ln w="38100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52450" y="208880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817" y="208880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895350" y="2128838"/>
            <a:ext cx="13856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公式サイトにアクセス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895350" y="2431703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上記URLをブラウザで開く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81000" y="2915543"/>
            <a:ext cx="40767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050" y="2915543"/>
            <a:ext cx="0" cy="807690"/>
          </a:xfrm>
          <a:prstGeom prst="line">
            <a:avLst/>
          </a:prstGeom>
          <a:noFill/>
          <a:ln w="38100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52450" y="304889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817" y="304889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895350" y="3088928"/>
            <a:ext cx="1721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OSに合わせてダウンロード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95350" y="3391793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macOS / Ubuntu から選択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81000" y="3875633"/>
            <a:ext cx="40767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0050" y="3875633"/>
            <a:ext cx="0" cy="807690"/>
          </a:xfrm>
          <a:prstGeom prst="line">
            <a:avLst/>
          </a:prstGeom>
          <a:noFill/>
          <a:ln w="38100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52450" y="400898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2817" y="400898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895350" y="4049018"/>
            <a:ext cx="13792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インストーラーを実行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895350" y="4351883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ダウンロードしたファイルを実行してインストール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3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38" name="図 37" descr="グラフィカル ユーザー インターフェイス, アプリケーション, Web サイト  AI 生成コンテンツは誤りを含む可能性があります。">
            <a:extLst>
              <a:ext uri="{FF2B5EF4-FFF2-40B4-BE49-F238E27FC236}">
                <a16:creationId xmlns:a16="http://schemas.microsoft.com/office/drawing/2014/main" id="{818DE34F-0A86-B2BC-21E5-0149EF483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827" y="2176527"/>
            <a:ext cx="4132173" cy="23064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3-1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Imagerの起動とOS選択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437382"/>
            <a:ext cx="38862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57250" y="1610767"/>
            <a:ext cx="1734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Imagerを起動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81000" y="2199382"/>
            <a:ext cx="38862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332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7250" y="2372767"/>
            <a:ext cx="19361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「デバイスを選択」をクリック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857250" y="2675632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使用するRaspberry Piのモデルを選択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81000" y="3159472"/>
            <a:ext cx="3886200" cy="1430536"/>
          </a:xfrm>
          <a:prstGeom prst="roundRect">
            <a:avLst>
              <a:gd name="adj" fmla="val 532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350" y="329282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717" y="329282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857250" y="3332857"/>
            <a:ext cx="1575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「OSを選択」をクリック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57250" y="3635722"/>
            <a:ext cx="33421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書き込むOSを選択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857250" y="3871913"/>
            <a:ext cx="3276600" cy="584746"/>
          </a:xfrm>
          <a:prstGeom prst="roundRect">
            <a:avLst>
              <a:gd name="adj" fmla="val 651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2500" y="4005262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推奨:</a:t>
            </a:r>
            <a:r>
              <a:rPr lang="en-US" sz="825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Raspberry Pi OS (64-bit)</a:t>
            </a:r>
            <a:endParaRPr lang="en-US" sz="825"/>
          </a:p>
        </p:txBody>
      </p:sp>
      <p:sp>
        <p:nvSpPr>
          <p:cNvPr id="21" name="Text 19"/>
          <p:cNvSpPr/>
          <p:nvPr/>
        </p:nvSpPr>
        <p:spPr>
          <a:xfrm>
            <a:off x="952500" y="4189958"/>
            <a:ext cx="3147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デスクトップ環境付きの標準版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4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32" name="図 31" descr="グラフィカル ユーザー インターフェイス, テキスト, アプリケーション  AI 生成コンテンツは誤りを含む可能性があります。">
            <a:extLst>
              <a:ext uri="{FF2B5EF4-FFF2-40B4-BE49-F238E27FC236}">
                <a16:creationId xmlns:a16="http://schemas.microsoft.com/office/drawing/2014/main" id="{3C2A554F-1931-EF86-B5E1-DA90B1DB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389" y="1263496"/>
            <a:ext cx="4350251" cy="3330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3-2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ストレージ選択と詳細設定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191816"/>
            <a:ext cx="4457700" cy="1062782"/>
          </a:xfrm>
          <a:prstGeom prst="roundRect">
            <a:avLst>
              <a:gd name="adj" fmla="val 717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31653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7751" y="1350913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00100" y="1344216"/>
            <a:ext cx="1924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「ストレージを選択」をクリック</a:t>
            </a:r>
            <a:endParaRPr lang="en-US" sz="975"/>
          </a:p>
        </p:txBody>
      </p:sp>
      <p:sp>
        <p:nvSpPr>
          <p:cNvPr id="9" name="Text 7"/>
          <p:cNvSpPr/>
          <p:nvPr/>
        </p:nvSpPr>
        <p:spPr>
          <a:xfrm>
            <a:off x="800100" y="161270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PCに接続したSDカードを選択</a:t>
            </a:r>
            <a:endParaRPr lang="en-US" sz="825"/>
          </a:p>
        </p:txBody>
      </p:sp>
      <p:sp>
        <p:nvSpPr>
          <p:cNvPr id="10" name="Text 8"/>
          <p:cNvSpPr/>
          <p:nvPr/>
        </p:nvSpPr>
        <p:spPr>
          <a:xfrm>
            <a:off x="800100" y="1816447"/>
            <a:ext cx="3924300" cy="323850"/>
          </a:xfrm>
          <a:prstGeom prst="roundRect">
            <a:avLst>
              <a:gd name="adj" fmla="val 11765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4388" y="1816447"/>
            <a:ext cx="0" cy="323850"/>
          </a:xfrm>
          <a:prstGeom prst="line">
            <a:avLst/>
          </a:prstGeom>
          <a:noFill/>
          <a:ln w="28575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85825" y="1911697"/>
            <a:ext cx="3857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間違ったドライブを選択するとデータが消えます！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381000" y="2330797"/>
            <a:ext cx="4457700" cy="719882"/>
          </a:xfrm>
          <a:prstGeom prst="roundRect">
            <a:avLst>
              <a:gd name="adj" fmla="val 1058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300" y="245551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7751" y="248989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800100" y="2483197"/>
            <a:ext cx="1780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「次へ」→「設定を編集する」</a:t>
            </a:r>
            <a:endParaRPr lang="en-US" sz="975"/>
          </a:p>
        </p:txBody>
      </p:sp>
      <p:sp>
        <p:nvSpPr>
          <p:cNvPr id="17" name="Text 15"/>
          <p:cNvSpPr/>
          <p:nvPr/>
        </p:nvSpPr>
        <p:spPr>
          <a:xfrm>
            <a:off x="800100" y="2751683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カスタマイズ画面で初期設定が可能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381000" y="3126879"/>
            <a:ext cx="4457700" cy="1632496"/>
          </a:xfrm>
          <a:prstGeom prst="roundRect">
            <a:avLst>
              <a:gd name="adj" fmla="val 4668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5775" y="3269754"/>
            <a:ext cx="43331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設定できる項目</a:t>
            </a:r>
            <a:endParaRPr lang="en-US" sz="825"/>
          </a:p>
        </p:txBody>
      </p:sp>
      <p:sp>
        <p:nvSpPr>
          <p:cNvPr id="20" name="Text 18"/>
          <p:cNvSpPr/>
          <p:nvPr/>
        </p:nvSpPr>
        <p:spPr>
          <a:xfrm>
            <a:off x="638175" y="3473500"/>
            <a:ext cx="4095750" cy="1181100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ホスト名（例</a:t>
            </a: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: </a:t>
            </a:r>
            <a:r>
              <a:rPr lang="en-US" sz="1350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raspberrypi</a:t>
            </a: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50" dirty="0"/>
          </a:p>
          <a:p>
            <a:pPr marL="47625" indent="-47625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ユーザー名とパスワード</a:t>
            </a:r>
            <a:endParaRPr lang="en-US" sz="1350" dirty="0"/>
          </a:p>
          <a:p>
            <a:pPr marL="47625" indent="-47625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WiFi設定（SSIDとパスワード</a:t>
            </a: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350" dirty="0"/>
          </a:p>
          <a:p>
            <a:pPr marL="47625" indent="-47625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ロケール設定、SSH有効化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5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6" name="図 25" descr="グラフィカル ユーザー インターフェイス, テキスト, アプリケーション  AI 生成コンテンツは誤りを含む可能性があります。">
            <a:extLst>
              <a:ext uri="{FF2B5EF4-FFF2-40B4-BE49-F238E27FC236}">
                <a16:creationId xmlns:a16="http://schemas.microsoft.com/office/drawing/2014/main" id="{D053BBA1-849F-6436-6D36-B73AF9269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806" y="1316534"/>
            <a:ext cx="3831834" cy="29185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2B0B1-427C-7072-C865-07BE0915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18F6A7-0CB5-3082-3037-34528C559636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95A532-EE8A-140D-9EDB-748A52571967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3-3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BE2EC6-EB37-71F4-9B9F-F6C85751801D}"/>
              </a:ext>
            </a:extLst>
          </p:cNvPr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ホスト名入力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1C6693-1E5F-C3A4-936B-608FD236EBB5}"/>
              </a:ext>
            </a:extLst>
          </p:cNvPr>
          <p:cNvSpPr/>
          <p:nvPr/>
        </p:nvSpPr>
        <p:spPr>
          <a:xfrm>
            <a:off x="381000" y="1437382"/>
            <a:ext cx="3886200" cy="1032354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A18A82-2317-FA36-3520-5FB30A3BBEE2}"/>
              </a:ext>
            </a:extLst>
          </p:cNvPr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2D96EF-EFF5-8277-0ABB-8F7D1E3C8CAF}"/>
              </a:ext>
            </a:extLst>
          </p:cNvPr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47DA19-1CB1-3A88-C197-FB451EB43813}"/>
              </a:ext>
            </a:extLst>
          </p:cNvPr>
          <p:cNvSpPr/>
          <p:nvPr/>
        </p:nvSpPr>
        <p:spPr>
          <a:xfrm>
            <a:off x="857250" y="1571624"/>
            <a:ext cx="2485778" cy="16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 xml:space="preserve">Raspberry Pi 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の名前hostnameを入力</a:t>
            </a:r>
            <a:endParaRPr lang="en-US" altLang="ja-JP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94AE9E7-0C88-EC3B-E5C8-ADB10BB759AA}"/>
              </a:ext>
            </a:extLst>
          </p:cNvPr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EDDBE37-DF31-29A3-1AA4-5F5744A13AAA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6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B5A15C-5686-FE55-D9D3-AD3DFD6FD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988" y="1207338"/>
            <a:ext cx="3882786" cy="2728823"/>
          </a:xfrm>
          <a:prstGeom prst="rect">
            <a:avLst/>
          </a:prstGeom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55DFABE5-77F5-37C5-965E-DACC6DE20453}"/>
              </a:ext>
            </a:extLst>
          </p:cNvPr>
          <p:cNvSpPr/>
          <p:nvPr/>
        </p:nvSpPr>
        <p:spPr>
          <a:xfrm>
            <a:off x="784442" y="2004337"/>
            <a:ext cx="2945705" cy="323850"/>
          </a:xfrm>
          <a:prstGeom prst="roundRect">
            <a:avLst>
              <a:gd name="adj" fmla="val 11765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E14ECCA-50A3-AD3C-4B11-014566ADBCC7}"/>
              </a:ext>
            </a:extLst>
          </p:cNvPr>
          <p:cNvSpPr/>
          <p:nvPr/>
        </p:nvSpPr>
        <p:spPr>
          <a:xfrm>
            <a:off x="814388" y="2004337"/>
            <a:ext cx="0" cy="323850"/>
          </a:xfrm>
          <a:prstGeom prst="line">
            <a:avLst/>
          </a:prstGeom>
          <a:noFill/>
          <a:ln w="28575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4D8DC35A-BAA8-95B3-6C43-8B47CDF1928B}"/>
              </a:ext>
            </a:extLst>
          </p:cNvPr>
          <p:cNvSpPr/>
          <p:nvPr/>
        </p:nvSpPr>
        <p:spPr>
          <a:xfrm>
            <a:off x="854510" y="2115244"/>
            <a:ext cx="2870631" cy="10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C62828"/>
                </a:solidFill>
                <a:latin typeface="Arial"/>
                <a:ea typeface="Arial" pitchFamily="34" charset="-122"/>
                <a:cs typeface="Arial"/>
              </a:rPr>
              <a:t xml:space="preserve">⚠️ </a:t>
            </a:r>
            <a:r>
              <a:rPr lang="ja-JP" altLang="en-US" sz="750">
                <a:solidFill>
                  <a:srgbClr val="C62828"/>
                </a:solidFill>
                <a:latin typeface="Arial"/>
                <a:ea typeface="Arial" pitchFamily="34" charset="-122"/>
                <a:cs typeface="Arial"/>
              </a:rPr>
              <a:t>アルファベットと数字のみ記号は不可</a:t>
            </a:r>
            <a:endParaRPr lang="ja-JP" altLang="en-US" sz="750">
              <a:solidFill>
                <a:srgbClr val="C62828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549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1CA9D-F701-0430-8FAC-B734F87F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2DE19-3138-E3EF-53F9-F9F59ED9956B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80FE7C-9717-21EE-6A4D-42DD5F29F15D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3-4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277E7C-ABFB-704B-CD62-F4AF4A59775B}"/>
              </a:ext>
            </a:extLst>
          </p:cNvPr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ロケール設定（地域設定）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BC8504-34FD-1B30-4BD6-F1AA2A6E3D40}"/>
              </a:ext>
            </a:extLst>
          </p:cNvPr>
          <p:cNvSpPr/>
          <p:nvPr/>
        </p:nvSpPr>
        <p:spPr>
          <a:xfrm>
            <a:off x="381000" y="1437382"/>
            <a:ext cx="3901857" cy="539142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781313-4E77-E43C-B51F-3C42F618D479}"/>
              </a:ext>
            </a:extLst>
          </p:cNvPr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8B6411-1606-347C-62D9-E4E6FFE0B6FC}"/>
              </a:ext>
            </a:extLst>
          </p:cNvPr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0520BF-CC18-1ACF-1523-DB84C009B658}"/>
              </a:ext>
            </a:extLst>
          </p:cNvPr>
          <p:cNvSpPr/>
          <p:nvPr/>
        </p:nvSpPr>
        <p:spPr>
          <a:xfrm>
            <a:off x="857250" y="1634254"/>
            <a:ext cx="2407490" cy="20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>
                <a:solidFill>
                  <a:srgbClr val="1D1D1D"/>
                </a:solidFill>
                <a:latin typeface="Arial"/>
                <a:cs typeface="Arial"/>
              </a:rPr>
              <a:t>Captal city: Tokyo(Japan)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を選択</a:t>
            </a:r>
            <a:endParaRPr lang="en-US" altLang="ja-JP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3CE8DB-369E-6FBA-837F-8D8188892290}"/>
              </a:ext>
            </a:extLst>
          </p:cNvPr>
          <p:cNvSpPr/>
          <p:nvPr/>
        </p:nvSpPr>
        <p:spPr>
          <a:xfrm>
            <a:off x="381000" y="2199382"/>
            <a:ext cx="3901857" cy="533685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0C67407-82A2-87C5-8EC0-CCED1E830A83}"/>
              </a:ext>
            </a:extLst>
          </p:cNvPr>
          <p:cNvSpPr/>
          <p:nvPr/>
        </p:nvSpPr>
        <p:spPr>
          <a:xfrm>
            <a:off x="514350" y="2332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581E2A6-31CD-12A1-2FEA-56A0FE0873C2}"/>
              </a:ext>
            </a:extLst>
          </p:cNvPr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030D499-3716-203E-2F68-5AD1ABB6A386}"/>
              </a:ext>
            </a:extLst>
          </p:cNvPr>
          <p:cNvSpPr/>
          <p:nvPr/>
        </p:nvSpPr>
        <p:spPr>
          <a:xfrm>
            <a:off x="857250" y="2372767"/>
            <a:ext cx="19361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>
                <a:solidFill>
                  <a:srgbClr val="1D1D1D"/>
                </a:solidFill>
                <a:latin typeface="Arial"/>
                <a:cs typeface="Arial"/>
              </a:rPr>
              <a:t>Time zone: Asia/Tokyo</a:t>
            </a:r>
            <a:r>
              <a:rPr lang="ja-JP" altLang="en-US" sz="1050" b="1">
                <a:solidFill>
                  <a:srgbClr val="1D1D1D"/>
                </a:solidFill>
                <a:latin typeface="Arial"/>
                <a:cs typeface="Arial"/>
              </a:rPr>
              <a:t>を選択</a:t>
            </a:r>
            <a:endParaRPr lang="ja-JP" altLang="en-US" sz="1050" b="1">
              <a:solidFill>
                <a:srgbClr val="1D1D1D"/>
              </a:solidFill>
              <a:latin typeface="Arial"/>
              <a:ea typeface="游ゴシック"/>
              <a:cs typeface="Arial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A4C09DE-9120-FE3D-812E-CAFE6BF0EC53}"/>
              </a:ext>
            </a:extLst>
          </p:cNvPr>
          <p:cNvSpPr/>
          <p:nvPr/>
        </p:nvSpPr>
        <p:spPr>
          <a:xfrm>
            <a:off x="381000" y="2987239"/>
            <a:ext cx="3901857" cy="538057"/>
          </a:xfrm>
          <a:prstGeom prst="roundRect">
            <a:avLst>
              <a:gd name="adj" fmla="val 532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F90C6B-23A8-66F0-18B4-A4CAFFAFF5FD}"/>
              </a:ext>
            </a:extLst>
          </p:cNvPr>
          <p:cNvSpPr/>
          <p:nvPr/>
        </p:nvSpPr>
        <p:spPr>
          <a:xfrm>
            <a:off x="514350" y="312058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F83C2D-54D4-1471-5D60-AAEA94D8F688}"/>
              </a:ext>
            </a:extLst>
          </p:cNvPr>
          <p:cNvSpPr/>
          <p:nvPr/>
        </p:nvSpPr>
        <p:spPr>
          <a:xfrm>
            <a:off x="594717" y="31205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5AFF10B-AED2-F8E8-8959-083C3F8F4F19}"/>
              </a:ext>
            </a:extLst>
          </p:cNvPr>
          <p:cNvSpPr/>
          <p:nvPr/>
        </p:nvSpPr>
        <p:spPr>
          <a:xfrm>
            <a:off x="857250" y="3176282"/>
            <a:ext cx="3047692" cy="21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キーボードレイアウト：jp（もしくはus）を選択</a:t>
            </a:r>
            <a:endParaRPr 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F58156E-F13C-842D-F05B-D8F5BAFB41C0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7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8EFB1C-A136-03BA-07F4-153AF9F5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275" y="859363"/>
            <a:ext cx="4775260" cy="3355496"/>
          </a:xfrm>
          <a:prstGeom prst="rect">
            <a:avLst/>
          </a:prstGeom>
        </p:spPr>
      </p:pic>
      <p:sp>
        <p:nvSpPr>
          <p:cNvPr id="29" name="Text 12">
            <a:extLst>
              <a:ext uri="{FF2B5EF4-FFF2-40B4-BE49-F238E27FC236}">
                <a16:creationId xmlns:a16="http://schemas.microsoft.com/office/drawing/2014/main" id="{9AF452E1-1986-5342-EF0E-68F09840158B}"/>
              </a:ext>
            </a:extLst>
          </p:cNvPr>
          <p:cNvSpPr/>
          <p:nvPr/>
        </p:nvSpPr>
        <p:spPr>
          <a:xfrm>
            <a:off x="373170" y="3676170"/>
            <a:ext cx="3901857" cy="538057"/>
          </a:xfrm>
          <a:prstGeom prst="roundRect">
            <a:avLst>
              <a:gd name="adj" fmla="val 532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25D194C-3700-3461-9888-B537FABC2571}"/>
              </a:ext>
            </a:extLst>
          </p:cNvPr>
          <p:cNvSpPr/>
          <p:nvPr/>
        </p:nvSpPr>
        <p:spPr>
          <a:xfrm>
            <a:off x="506520" y="380952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815EC4F-E7AD-14BA-C492-723C4B2C8A0B}"/>
              </a:ext>
            </a:extLst>
          </p:cNvPr>
          <p:cNvSpPr/>
          <p:nvPr/>
        </p:nvSpPr>
        <p:spPr>
          <a:xfrm>
            <a:off x="586887" y="380952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B7C7EEF3-FFD9-8738-9C4B-63105D1DFC6F}"/>
              </a:ext>
            </a:extLst>
          </p:cNvPr>
          <p:cNvSpPr/>
          <p:nvPr/>
        </p:nvSpPr>
        <p:spPr>
          <a:xfrm>
            <a:off x="849420" y="3865213"/>
            <a:ext cx="3047692" cy="21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右下の「次へ」をクリック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60418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B1D10-454D-9FC9-9C28-3AEE967B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428AD6-7128-E433-189D-A7C62619FADD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D9AAE4-A2C7-B932-8319-C3B9226A5A1E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3-5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F93F73-B75E-460C-2484-0F14453F135B}"/>
              </a:ext>
            </a:extLst>
          </p:cNvPr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cs typeface="Arial"/>
              </a:rPr>
              <a:t>ユーザーアカウント設定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4C3665-D864-46EC-D2C3-C842C9B0F2B5}"/>
              </a:ext>
            </a:extLst>
          </p:cNvPr>
          <p:cNvSpPr/>
          <p:nvPr/>
        </p:nvSpPr>
        <p:spPr>
          <a:xfrm>
            <a:off x="381000" y="1437382"/>
            <a:ext cx="38862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653F05-94EA-D0D9-E7D0-B3F401AFEE5A}"/>
              </a:ext>
            </a:extLst>
          </p:cNvPr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E9D139-7DF0-18B6-3796-655E19D2EC31}"/>
              </a:ext>
            </a:extLst>
          </p:cNvPr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E15B21-C440-62D3-68F0-49A9FF0BDBF0}"/>
              </a:ext>
            </a:extLst>
          </p:cNvPr>
          <p:cNvSpPr/>
          <p:nvPr/>
        </p:nvSpPr>
        <p:spPr>
          <a:xfrm>
            <a:off x="857250" y="1618597"/>
            <a:ext cx="3057278" cy="16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ログイン用ユーザー名と、パスワードを入力</a:t>
            </a:r>
            <a:endParaRPr 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41B8FF-079D-822E-8539-4C1D258C68C2}"/>
              </a:ext>
            </a:extLst>
          </p:cNvPr>
          <p:cNvSpPr/>
          <p:nvPr/>
        </p:nvSpPr>
        <p:spPr>
          <a:xfrm>
            <a:off x="381000" y="2199382"/>
            <a:ext cx="3886200" cy="463225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263D0A-2F3F-94B3-781C-7DECC84274CD}"/>
              </a:ext>
            </a:extLst>
          </p:cNvPr>
          <p:cNvSpPr/>
          <p:nvPr/>
        </p:nvSpPr>
        <p:spPr>
          <a:xfrm>
            <a:off x="514350" y="2332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FAA753D-E920-F4DF-603A-23F99570EE53}"/>
              </a:ext>
            </a:extLst>
          </p:cNvPr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AA9E26-6BB6-DA1B-1331-8C0BC089E2DD}"/>
              </a:ext>
            </a:extLst>
          </p:cNvPr>
          <p:cNvSpPr/>
          <p:nvPr/>
        </p:nvSpPr>
        <p:spPr>
          <a:xfrm>
            <a:off x="857250" y="2372767"/>
            <a:ext cx="19361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右下の「次へ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」をクリック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B02B635-AF85-6873-E674-1807626DAD38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8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645E34-2AA2-F9A2-84B0-B5A951DE4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838" y="1081716"/>
            <a:ext cx="4425172" cy="316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18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4BC0B-1615-E812-F642-AAC8B540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B293DB-0C5C-5BA2-19CF-1CFFC6900E94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BDB6B-EDE4-D3DA-C873-FFC5B29923D0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3-6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9F202B-EE12-050B-5EEE-6A796293EBB5}"/>
              </a:ext>
            </a:extLst>
          </p:cNvPr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/>
                <a:cs typeface="Arial"/>
              </a:rPr>
              <a:t>Wi-fi</a:t>
            </a:r>
            <a:r>
              <a:rPr lang="ja-JP" altLang="en-US" sz="2400" b="1">
                <a:solidFill>
                  <a:srgbClr val="1D1D1D"/>
                </a:solidFill>
                <a:latin typeface="Arial"/>
                <a:cs typeface="Arial"/>
              </a:rPr>
              <a:t>ネットワーク設定</a:t>
            </a:r>
            <a:endParaRPr lang="ja-JP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B02084-7F64-A89E-A1CE-C3F6683B2800}"/>
              </a:ext>
            </a:extLst>
          </p:cNvPr>
          <p:cNvSpPr/>
          <p:nvPr/>
        </p:nvSpPr>
        <p:spPr>
          <a:xfrm>
            <a:off x="381000" y="1437382"/>
            <a:ext cx="3886200" cy="507827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574952-CE16-F50F-2458-24ED128939A8}"/>
              </a:ext>
            </a:extLst>
          </p:cNvPr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F0F237-FCE9-B922-0350-18B91E85D8A2}"/>
              </a:ext>
            </a:extLst>
          </p:cNvPr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FC2006-E7B2-7D3A-56FC-E93E039A1B30}"/>
              </a:ext>
            </a:extLst>
          </p:cNvPr>
          <p:cNvSpPr/>
          <p:nvPr/>
        </p:nvSpPr>
        <p:spPr>
          <a:xfrm>
            <a:off x="857250" y="1626425"/>
            <a:ext cx="2830244" cy="16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社内LANのSSIDとパスワードを入力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38F29C-5DC5-6DB2-6680-938D5891113F}"/>
              </a:ext>
            </a:extLst>
          </p:cNvPr>
          <p:cNvSpPr/>
          <p:nvPr/>
        </p:nvSpPr>
        <p:spPr>
          <a:xfrm>
            <a:off x="381000" y="2199382"/>
            <a:ext cx="3886200" cy="502369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221B77-419F-35DA-A1D8-65EB188BA3B7}"/>
              </a:ext>
            </a:extLst>
          </p:cNvPr>
          <p:cNvSpPr/>
          <p:nvPr/>
        </p:nvSpPr>
        <p:spPr>
          <a:xfrm>
            <a:off x="514350" y="2332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607FE9-36B4-D381-C9E9-FFC4270F3EC8}"/>
              </a:ext>
            </a:extLst>
          </p:cNvPr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8F9206F-7154-43F0-1E61-F5719C67558F}"/>
              </a:ext>
            </a:extLst>
          </p:cNvPr>
          <p:cNvSpPr/>
          <p:nvPr/>
        </p:nvSpPr>
        <p:spPr>
          <a:xfrm>
            <a:off x="857250" y="2372767"/>
            <a:ext cx="19361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右下の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「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次へ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」をクリック</a:t>
            </a:r>
            <a:endParaRPr 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43E9040-00BE-9795-0A20-629A99CD16AD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9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69F792-E633-A8A9-418C-B94770F6B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218" y="859632"/>
            <a:ext cx="4724401" cy="338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A2E88-25F2-263E-7EC2-52F646EB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2FA3DF-8085-AA7C-4B42-3D5DCF0A000B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D45A79-D498-4774-7ED4-0AB0245C1095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3-7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1EB227-4906-BCB9-C7B9-041796E047DD}"/>
              </a:ext>
            </a:extLst>
          </p:cNvPr>
          <p:cNvSpPr/>
          <p:nvPr/>
        </p:nvSpPr>
        <p:spPr>
          <a:xfrm>
            <a:off x="381000" y="433475"/>
            <a:ext cx="7635248" cy="33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/>
                <a:cs typeface="Arial"/>
              </a:rPr>
              <a:t>SSH</a:t>
            </a:r>
            <a:r>
              <a:rPr lang="ja-JP" altLang="en-US" sz="24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設定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DF1F55-2EF9-8CF6-97DF-65B080AF8C04}"/>
              </a:ext>
            </a:extLst>
          </p:cNvPr>
          <p:cNvSpPr/>
          <p:nvPr/>
        </p:nvSpPr>
        <p:spPr>
          <a:xfrm>
            <a:off x="381000" y="1155546"/>
            <a:ext cx="3886200" cy="946236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A7BA0F-CECE-D05F-6AFA-47554492069D}"/>
              </a:ext>
            </a:extLst>
          </p:cNvPr>
          <p:cNvSpPr/>
          <p:nvPr/>
        </p:nvSpPr>
        <p:spPr>
          <a:xfrm>
            <a:off x="514350" y="128889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DE3A18-F1B4-896E-4C24-41F43F5B0167}"/>
              </a:ext>
            </a:extLst>
          </p:cNvPr>
          <p:cNvSpPr/>
          <p:nvPr/>
        </p:nvSpPr>
        <p:spPr>
          <a:xfrm>
            <a:off x="594717" y="128889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4E4241C-24B0-D3A0-2AD3-0AB12FB561DD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10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F51218-8010-68F6-18CF-636A55AE0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679" y="981934"/>
            <a:ext cx="4213571" cy="2904739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E3202A24-D1AA-21D6-CACC-4047F3BAD08F}"/>
              </a:ext>
            </a:extLst>
          </p:cNvPr>
          <p:cNvSpPr/>
          <p:nvPr/>
        </p:nvSpPr>
        <p:spPr>
          <a:xfrm>
            <a:off x="860903" y="1296052"/>
            <a:ext cx="3337465" cy="73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使う場合は、「SSHを有効化する」のスイッチを右にスライドして、右下の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「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次へ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」をクリック</a:t>
            </a:r>
          </a:p>
          <a:p>
            <a:pPr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使わない場合は、そのまま</a:t>
            </a:r>
            <a:r>
              <a:rPr lang="ja-JP" sz="11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右下の</a:t>
            </a:r>
            <a:r>
              <a:rPr lang="ja-JP" altLang="en-US" sz="1100" b="1">
                <a:solidFill>
                  <a:srgbClr val="1D1D1D"/>
                </a:solidFill>
                <a:latin typeface="Arial"/>
                <a:ea typeface="+mn-lt"/>
                <a:cs typeface="Arial"/>
              </a:rPr>
              <a:t>「</a:t>
            </a:r>
            <a:r>
              <a:rPr lang="ja-JP" sz="11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次へ</a:t>
            </a:r>
            <a:r>
              <a:rPr lang="ja-JP" altLang="en-US" sz="1100" b="1">
                <a:solidFill>
                  <a:srgbClr val="1D1D1D"/>
                </a:solidFill>
                <a:latin typeface="Arial"/>
                <a:ea typeface="+mn-lt"/>
                <a:cs typeface="Arial"/>
              </a:rPr>
              <a:t>」をクリック</a:t>
            </a:r>
            <a:endParaRPr lang="ja-JP" sz="1100">
              <a:solidFill>
                <a:srgbClr val="000000"/>
              </a:solidFill>
              <a:latin typeface="Arial"/>
              <a:ea typeface="游ゴシック"/>
              <a:cs typeface="Arial"/>
            </a:endParaRPr>
          </a:p>
          <a:p>
            <a:pPr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</a:pPr>
            <a:endParaRPr lang="ja-JP" altLang="en-US" sz="1050" b="1" dirty="0">
              <a:solidFill>
                <a:srgbClr val="1D1D1D"/>
              </a:solidFill>
              <a:latin typeface="Arial"/>
              <a:ea typeface="游ゴシック"/>
              <a:cs typeface="Arial"/>
            </a:endParaRPr>
          </a:p>
        </p:txBody>
      </p:sp>
      <p:sp>
        <p:nvSpPr>
          <p:cNvPr id="100" name="TipsBg"/>
          <p:cNvSpPr/>
          <p:nvPr/>
        </p:nvSpPr>
        <p:spPr>
          <a:xfrm>
            <a:off x="457200" y="2438400"/>
            <a:ext cx="3962400" cy="21336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59E0B"/>
            </a:solidFill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/>
                <a:cs typeface="Arial"/>
              </a:rPr>
              <a:t>💡 Tips : SSH</a:t>
            </a:r>
            <a:r>
              <a:rPr lang="ja-JP" altLang="en-US" sz="1200" b="1" dirty="0">
                <a:solidFill>
                  <a:srgbClr val="E65100"/>
                </a:solidFill>
                <a:latin typeface="Arial"/>
                <a:ea typeface="游ゴシック"/>
                <a:cs typeface="Arial"/>
              </a:rPr>
              <a:t>とは？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D1D1D"/>
                </a:solidFill>
                <a:latin typeface="Arial"/>
                <a:cs typeface="Arial"/>
              </a:rPr>
              <a:t xml:space="preserve">SSH (Secure Shell) </a:t>
            </a:r>
            <a:r>
              <a:rPr lang="ja-JP" altLang="en-US" sz="1000" dirty="0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は、ネットワーク経由で別のコンピュータに安全に接続するための仕組みです。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これを有効にすると、別のPCからRaspberry Piを遠隔操作できるようになります。モニターやキーボードを直接つながなくても、自分のPCからコマンドを送って操作できるのが大きなメリットです。</a:t>
            </a:r>
          </a:p>
          <a:p>
            <a:pPr marL="0" indent="0" algn="l">
              <a:lnSpc>
                <a:spcPts val="15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ja-JP" altLang="en-US" sz="900" dirty="0">
                <a:solidFill>
                  <a:srgbClr val="795548"/>
                </a:solidFill>
                <a:latin typeface="Arial"/>
                <a:ea typeface="游ゴシック"/>
                <a:cs typeface="Arial"/>
              </a:rPr>
              <a:t>※ 通信はすべて暗号化されるため、パスワードなどが盗み見られる心配はありません。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5990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20450-7AF6-FC0F-CFF8-E175B255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2A4BEA-9317-AA73-CFD2-E400BA8B2B40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D2C661-FE61-7375-A24B-73C5B04570BE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3-8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A5B7E6-A500-B090-D068-BEC4A1B50D11}"/>
              </a:ext>
            </a:extLst>
          </p:cNvPr>
          <p:cNvSpPr/>
          <p:nvPr/>
        </p:nvSpPr>
        <p:spPr>
          <a:xfrm>
            <a:off x="381000" y="433475"/>
            <a:ext cx="7635248" cy="33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RaspberryPiConnecct設定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11D1FB-7CED-76E5-6862-496C41C4B806}"/>
              </a:ext>
            </a:extLst>
          </p:cNvPr>
          <p:cNvSpPr/>
          <p:nvPr/>
        </p:nvSpPr>
        <p:spPr>
          <a:xfrm>
            <a:off x="381000" y="850224"/>
            <a:ext cx="38862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6BC1A0-E8FE-508E-D1C5-7673FA23D0FB}"/>
              </a:ext>
            </a:extLst>
          </p:cNvPr>
          <p:cNvSpPr/>
          <p:nvPr/>
        </p:nvSpPr>
        <p:spPr>
          <a:xfrm>
            <a:off x="514350" y="98357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B26AF7-240F-BFEF-E31F-DD63709D422B}"/>
              </a:ext>
            </a:extLst>
          </p:cNvPr>
          <p:cNvSpPr/>
          <p:nvPr/>
        </p:nvSpPr>
        <p:spPr>
          <a:xfrm>
            <a:off x="594717" y="98357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46D6469-094D-9D0C-5093-9EBC1026B9A4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11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283D74A9-1DE6-F06F-7C6E-189A4058E619}"/>
              </a:ext>
            </a:extLst>
          </p:cNvPr>
          <p:cNvSpPr/>
          <p:nvPr/>
        </p:nvSpPr>
        <p:spPr>
          <a:xfrm>
            <a:off x="860903" y="1029873"/>
            <a:ext cx="3094774" cy="17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何もせずに、右下の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「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次へ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」をクリック</a:t>
            </a:r>
            <a:endParaRPr 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pic>
        <p:nvPicPr>
          <p:cNvPr id="27" name="Picture 21" descr="グラフィカル ユーザー インターフェイス, テキスト, アプリケーション  AI 生成コンテンツは間違っている可能性があります。">
            <a:extLst>
              <a:ext uri="{FF2B5EF4-FFF2-40B4-BE49-F238E27FC236}">
                <a16:creationId xmlns:a16="http://schemas.microsoft.com/office/drawing/2014/main" id="{30DE0964-8FEB-C598-6443-41540C354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662" y="850224"/>
            <a:ext cx="4438338" cy="322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92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46055-1218-165C-C292-C8A1F141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F54B5C-52B0-D864-47FE-07C801DBABE1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BFD28A-6584-AA06-7BBE-DA037E389CC5}"/>
              </a:ext>
            </a:extLst>
          </p:cNvPr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3-9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F9746B-AF6A-3549-1D29-6EFC611E80D9}"/>
              </a:ext>
            </a:extLst>
          </p:cNvPr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cs typeface="Arial"/>
              </a:rPr>
              <a:t>書き込み開始</a:t>
            </a:r>
            <a:endParaRPr lang="en-US" sz="240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78BE61-F813-CC3E-9171-A7E30E04AA6E}"/>
              </a:ext>
            </a:extLst>
          </p:cNvPr>
          <p:cNvSpPr/>
          <p:nvPr/>
        </p:nvSpPr>
        <p:spPr>
          <a:xfrm>
            <a:off x="381000" y="1437382"/>
            <a:ext cx="38862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BB2903-036A-F619-95B9-B075F4B30743}"/>
              </a:ext>
            </a:extLst>
          </p:cNvPr>
          <p:cNvSpPr/>
          <p:nvPr/>
        </p:nvSpPr>
        <p:spPr>
          <a:xfrm>
            <a:off x="514350" y="1570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73CC0C-B6EB-8411-4EDF-D83D7582ED65}"/>
              </a:ext>
            </a:extLst>
          </p:cNvPr>
          <p:cNvSpPr/>
          <p:nvPr/>
        </p:nvSpPr>
        <p:spPr>
          <a:xfrm>
            <a:off x="594717" y="1570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888001-FC86-C540-F4C6-C6CAA8D5D1C0}"/>
              </a:ext>
            </a:extLst>
          </p:cNvPr>
          <p:cNvSpPr/>
          <p:nvPr/>
        </p:nvSpPr>
        <p:spPr>
          <a:xfrm>
            <a:off x="857250" y="1626425"/>
            <a:ext cx="1937764" cy="16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右下の「WRITE」をクリック</a:t>
            </a:r>
            <a:endParaRPr 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88D547-2FB8-F472-7AEB-B8AD7F4FBC4B}"/>
              </a:ext>
            </a:extLst>
          </p:cNvPr>
          <p:cNvSpPr/>
          <p:nvPr/>
        </p:nvSpPr>
        <p:spPr>
          <a:xfrm>
            <a:off x="381000" y="2199382"/>
            <a:ext cx="38862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40D086-87CC-2500-6EFC-27383704AB4A}"/>
              </a:ext>
            </a:extLst>
          </p:cNvPr>
          <p:cNvSpPr/>
          <p:nvPr/>
        </p:nvSpPr>
        <p:spPr>
          <a:xfrm>
            <a:off x="514350" y="233273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F163D6-B752-7D2C-886F-82B93B041240}"/>
              </a:ext>
            </a:extLst>
          </p:cNvPr>
          <p:cNvSpPr/>
          <p:nvPr/>
        </p:nvSpPr>
        <p:spPr>
          <a:xfrm>
            <a:off x="594717" y="23327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EC5F98A-A805-7636-D6FE-0266ECCFA9C2}"/>
              </a:ext>
            </a:extLst>
          </p:cNvPr>
          <p:cNvSpPr/>
          <p:nvPr/>
        </p:nvSpPr>
        <p:spPr>
          <a:xfrm>
            <a:off x="857250" y="2349281"/>
            <a:ext cx="3274836" cy="40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 xml:space="preserve">消去の許可を求めてくるので、「I UNDERSTAND, 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ERASE AND WRITE」をクリック</a:t>
            </a:r>
            <a:endParaRPr lang="en-US" sz="1050" b="1" dirty="0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75D50DF-9885-38B2-03DA-40A474A3C589}"/>
              </a:ext>
            </a:extLst>
          </p:cNvPr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12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212725-DCE1-F196-F0A4-38DEB2A6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553" y="232253"/>
            <a:ext cx="3001876" cy="2114583"/>
          </a:xfrm>
          <a:prstGeom prst="rect">
            <a:avLst/>
          </a:prstGeom>
        </p:spPr>
      </p:pic>
      <p:pic>
        <p:nvPicPr>
          <p:cNvPr id="24" name="Picture 21" descr="グラフィカル ユーザー インターフェイス, テキスト, アプリケーション, メール  AI 生成コンテンツは間違っている可能性があります。">
            <a:extLst>
              <a:ext uri="{FF2B5EF4-FFF2-40B4-BE49-F238E27FC236}">
                <a16:creationId xmlns:a16="http://schemas.microsoft.com/office/drawing/2014/main" id="{EBEC6B50-A353-DA77-77B4-E0BAC9DCA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243" y="2563711"/>
            <a:ext cx="2999817" cy="2210199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9E23CD3A-B821-3C84-9FC0-CF8A588BB26C}"/>
              </a:ext>
            </a:extLst>
          </p:cNvPr>
          <p:cNvSpPr/>
          <p:nvPr/>
        </p:nvSpPr>
        <p:spPr>
          <a:xfrm>
            <a:off x="381000" y="3150818"/>
            <a:ext cx="4267200" cy="1131540"/>
          </a:xfrm>
          <a:prstGeom prst="roundRect">
            <a:avLst>
              <a:gd name="adj" fmla="val 67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869026F-22ED-27CF-A24F-673E3D48F437}"/>
              </a:ext>
            </a:extLst>
          </p:cNvPr>
          <p:cNvSpPr/>
          <p:nvPr/>
        </p:nvSpPr>
        <p:spPr>
          <a:xfrm>
            <a:off x="514350" y="328416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5C52AB1-EC49-0F69-C46B-B2D776C8754A}"/>
              </a:ext>
            </a:extLst>
          </p:cNvPr>
          <p:cNvSpPr/>
          <p:nvPr/>
        </p:nvSpPr>
        <p:spPr>
          <a:xfrm>
            <a:off x="594717" y="328416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30F5374-1D9B-50ED-64F5-F58068396AA0}"/>
              </a:ext>
            </a:extLst>
          </p:cNvPr>
          <p:cNvSpPr/>
          <p:nvPr/>
        </p:nvSpPr>
        <p:spPr>
          <a:xfrm>
            <a:off x="857250" y="3324203"/>
            <a:ext cx="10977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書込み完了を待つ</a:t>
            </a:r>
            <a:endParaRPr lang="en-US" sz="105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210BE19B-EE54-145A-1D42-33C507DA71B5}"/>
              </a:ext>
            </a:extLst>
          </p:cNvPr>
          <p:cNvSpPr/>
          <p:nvPr/>
        </p:nvSpPr>
        <p:spPr>
          <a:xfrm>
            <a:off x="857250" y="362706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約5〜15分程度かかります</a:t>
            </a:r>
            <a:endParaRPr lang="en-US" sz="90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9BC6E61-3A02-D0D4-56D9-4259837097C6}"/>
              </a:ext>
            </a:extLst>
          </p:cNvPr>
          <p:cNvSpPr/>
          <p:nvPr/>
        </p:nvSpPr>
        <p:spPr>
          <a:xfrm>
            <a:off x="857250" y="3863258"/>
            <a:ext cx="3657600" cy="762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A28AAD8F-C52C-BE7A-86FB-78C5E206BF00}"/>
              </a:ext>
            </a:extLst>
          </p:cNvPr>
          <p:cNvSpPr/>
          <p:nvPr/>
        </p:nvSpPr>
        <p:spPr>
          <a:xfrm>
            <a:off x="857250" y="3863258"/>
            <a:ext cx="2560290" cy="762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6B6374E-2005-7BEC-04D9-91B00E230952}"/>
              </a:ext>
            </a:extLst>
          </p:cNvPr>
          <p:cNvSpPr/>
          <p:nvPr/>
        </p:nvSpPr>
        <p:spPr>
          <a:xfrm>
            <a:off x="857250" y="3977558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書込み中... → 確認中... → 完了！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61839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C51A4A"/>
                </a:solidFill>
                <a:latin typeface="Arial"/>
                <a:ea typeface="Arial" pitchFamily="34" charset="-122"/>
                <a:cs typeface="Arial"/>
              </a:rPr>
              <a:t>STEP 3-10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/>
                <a:cs typeface="Arial"/>
              </a:rPr>
              <a:t>書込み終了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478310"/>
            <a:ext cx="4267200" cy="807690"/>
          </a:xfrm>
          <a:prstGeom prst="roundRect">
            <a:avLst>
              <a:gd name="adj" fmla="val 943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61166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51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61166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57250" y="1651695"/>
            <a:ext cx="23495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「</a:t>
            </a:r>
            <a:r>
              <a:rPr lang="en-US" altLang="ja-JP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FINISH</a:t>
            </a: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」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をクリックして完了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1000" y="2602826"/>
            <a:ext cx="4267200" cy="826740"/>
          </a:xfrm>
          <a:prstGeom prst="roundRect">
            <a:avLst>
              <a:gd name="adj" fmla="val 9217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875" y="274570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7304" y="2745701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866775" y="2785736"/>
            <a:ext cx="19329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完了メッセージが表示されたら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866775" y="3088601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SDカードを安全に取り外してOK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13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3" name="図 22" descr="グラフィカル ユーザー インターフェイス, テキスト, アプリケーション  AI 生成コンテンツは間違っている可能性があります。">
            <a:extLst>
              <a:ext uri="{FF2B5EF4-FFF2-40B4-BE49-F238E27FC236}">
                <a16:creationId xmlns:a16="http://schemas.microsoft.com/office/drawing/2014/main" id="{0A7FAD56-A7AC-4108-9E57-CF57B911F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201" y="1613619"/>
            <a:ext cx="3924257" cy="26687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Node-REDとは？</a:t>
            </a:r>
            <a:endParaRPr lang="en-US" sz="2400"/>
          </a:p>
        </p:txBody>
      </p:sp>
      <p:pic>
        <p:nvPicPr>
          <p:cNvPr id="5" name="Image 0" descr="/tmp/rasterized-gradient-d02d7b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80964"/>
            <a:ext cx="3886200" cy="112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471464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33400" y="1814364"/>
            <a:ext cx="36530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ブラウザベースのビジュアルプログラミングツール。ノードを繋げるだけでIoTアプリケーションを開発できます。</a:t>
            </a:r>
            <a:endParaRPr lang="en-US" sz="975"/>
          </a:p>
        </p:txBody>
      </p:sp>
      <p:sp>
        <p:nvSpPr>
          <p:cNvPr id="8" name="Text 5"/>
          <p:cNvSpPr/>
          <p:nvPr/>
        </p:nvSpPr>
        <p:spPr>
          <a:xfrm>
            <a:off x="381000" y="2591544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主な特徴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381000" y="2892475"/>
            <a:ext cx="3886200" cy="406301"/>
          </a:xfrm>
          <a:prstGeom prst="roundRect">
            <a:avLst>
              <a:gd name="adj" fmla="val 937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6250" y="2987725"/>
            <a:ext cx="37696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ドラッグ&amp;ドロップでフロー作成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381000" y="3374975"/>
            <a:ext cx="3886200" cy="406301"/>
          </a:xfrm>
          <a:prstGeom prst="roundRect">
            <a:avLst>
              <a:gd name="adj" fmla="val 937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6250" y="3470225"/>
            <a:ext cx="37696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豊富なノードライブラリ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381000" y="3857476"/>
            <a:ext cx="3886200" cy="406301"/>
          </a:xfrm>
          <a:prstGeom prst="roundRect">
            <a:avLst>
              <a:gd name="adj" fmla="val 937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6250" y="3952726"/>
            <a:ext cx="37696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GPIO、MQTT、HTTP等に対応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381000" y="4339977"/>
            <a:ext cx="3886200" cy="406301"/>
          </a:xfrm>
          <a:prstGeom prst="roundRect">
            <a:avLst>
              <a:gd name="adj" fmla="val 937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6250" y="4435227"/>
            <a:ext cx="376961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ダッシュボード機能でUI作成</a:t>
            </a:r>
            <a:endParaRPr lang="en-US" sz="900"/>
          </a:p>
        </p:txBody>
      </p:sp>
      <p:sp>
        <p:nvSpPr>
          <p:cNvPr id="22" name="Text 19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14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4" name="図 23" descr="ダイアグラム  AI 生成コンテンツは誤りを含む可能性があります。">
            <a:extLst>
              <a:ext uri="{FF2B5EF4-FFF2-40B4-BE49-F238E27FC236}">
                <a16:creationId xmlns:a16="http://schemas.microsoft.com/office/drawing/2014/main" id="{D8E126D3-AA77-D814-BCA2-95E398B63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949659"/>
            <a:ext cx="3942902" cy="20101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SSHでRaspberry Piに接続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231702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365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365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57250" y="1405086"/>
            <a:ext cx="1298121" cy="164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PowerShellを開く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6657" y="1993702"/>
            <a:ext cx="4434215" cy="1278049"/>
          </a:xfrm>
          <a:prstGeom prst="roundRect">
            <a:avLst>
              <a:gd name="adj" fmla="val 631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127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717" y="2127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7250" y="2127943"/>
            <a:ext cx="1613807" cy="26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SSH接続コマンドを実行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15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EBC2CC-6057-0C42-86BD-3468D469A1CA}"/>
              </a:ext>
            </a:extLst>
          </p:cNvPr>
          <p:cNvSpPr txBox="1"/>
          <p:nvPr/>
        </p:nvSpPr>
        <p:spPr>
          <a:xfrm>
            <a:off x="863600" y="16256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>
                <a:solidFill>
                  <a:srgbClr val="737373"/>
                </a:solidFill>
                <a:latin typeface="Arial"/>
                <a:cs typeface="Arial"/>
              </a:rPr>
              <a:t>スタートメニューから「</a:t>
            </a:r>
            <a:r>
              <a:rPr lang="en-US" altLang="ja-JP" sz="900" dirty="0">
                <a:solidFill>
                  <a:srgbClr val="737373"/>
                </a:solidFill>
                <a:latin typeface="Arial"/>
                <a:cs typeface="Arial"/>
              </a:rPr>
              <a:t>PowerShell</a:t>
            </a:r>
            <a:r>
              <a:rPr lang="ja-JP" altLang="en-US" sz="900">
                <a:solidFill>
                  <a:srgbClr val="737373"/>
                </a:solidFill>
                <a:latin typeface="Arial"/>
                <a:cs typeface="Arial"/>
              </a:rPr>
              <a:t>」を検索して開く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28055FC8-B04A-4048-B6D1-D9675F529CE5}"/>
              </a:ext>
            </a:extLst>
          </p:cNvPr>
          <p:cNvSpPr/>
          <p:nvPr/>
        </p:nvSpPr>
        <p:spPr>
          <a:xfrm>
            <a:off x="520700" y="2667000"/>
            <a:ext cx="4191000" cy="508000"/>
          </a:xfrm>
          <a:prstGeom prst="roundRect">
            <a:avLst/>
          </a:prstGeom>
          <a:solidFill>
            <a:srgbClr val="1E1E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4570CC5-BC06-0340-8272-B2491F5FF0C1}"/>
              </a:ext>
            </a:extLst>
          </p:cNvPr>
          <p:cNvSpPr txBox="1"/>
          <p:nvPr/>
        </p:nvSpPr>
        <p:spPr>
          <a:xfrm>
            <a:off x="660400" y="27686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1000">
                <a:solidFill>
                  <a:srgbClr val="4ADE80"/>
                </a:solidFill>
                <a:latin typeface="Consolas"/>
                <a:cs typeface="Consolas"/>
              </a:rPr>
              <a:t>ssh pi@raspberrypi.local</a:t>
            </a:r>
            <a:endParaRPr lang="ja-JP" altLang="en-US" sz="1000">
              <a:solidFill>
                <a:srgbClr val="4ADE80"/>
              </a:solidFill>
              <a:latin typeface="Consolas"/>
              <a:cs typeface="Consola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27B2D6A-B519-DD4B-A1D5-E5B17F924F25}"/>
              </a:ext>
            </a:extLst>
          </p:cNvPr>
          <p:cNvSpPr txBox="1"/>
          <p:nvPr/>
        </p:nvSpPr>
        <p:spPr>
          <a:xfrm>
            <a:off x="863600" y="23622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>
                <a:solidFill>
                  <a:srgbClr val="737373"/>
                </a:solidFill>
                <a:latin typeface="Arial"/>
                <a:cs typeface="Arial"/>
              </a:rPr>
              <a:t>上記コマンドを</a:t>
            </a:r>
            <a:r>
              <a:rPr lang="en-US" altLang="ja-JP" sz="900">
                <a:solidFill>
                  <a:srgbClr val="737373"/>
                </a:solidFill>
                <a:latin typeface="Arial"/>
                <a:cs typeface="Arial"/>
              </a:rPr>
              <a:t>PowerShell</a:t>
            </a:r>
            <a:r>
              <a:rPr lang="ja-JP" altLang="en-US" sz="900">
                <a:solidFill>
                  <a:srgbClr val="737373"/>
                </a:solidFill>
                <a:latin typeface="Arial"/>
                <a:cs typeface="Arial"/>
              </a:rPr>
              <a:t>に入力して</a:t>
            </a:r>
            <a:r>
              <a:rPr lang="en-US" altLang="ja-JP" sz="900">
                <a:solidFill>
                  <a:srgbClr val="737373"/>
                </a:solidFill>
                <a:latin typeface="Arial"/>
                <a:cs typeface="Arial"/>
              </a:rPr>
              <a:t>Enter</a:t>
            </a:r>
            <a:endParaRPr lang="ja-JP" altLang="en-US" sz="900">
              <a:solidFill>
                <a:srgbClr val="737373"/>
              </a:solidFill>
              <a:latin typeface="Arial"/>
              <a:cs typeface="Arial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E4115A8-3515-1040-8254-6118E20312B2}"/>
              </a:ext>
            </a:extLst>
          </p:cNvPr>
          <p:cNvSpPr txBox="1"/>
          <p:nvPr/>
        </p:nvSpPr>
        <p:spPr>
          <a:xfrm>
            <a:off x="508000" y="3327400"/>
            <a:ext cx="429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 b="1">
                <a:solidFill>
                  <a:srgbClr val="1B5E20"/>
                </a:solidFill>
                <a:latin typeface="Arial"/>
                <a:cs typeface="Arial"/>
              </a:rPr>
              <a:t>📝 初回接続時の確認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8BF28F-6C6C-AE42-A72B-A2FF4FA35E6B}"/>
              </a:ext>
            </a:extLst>
          </p:cNvPr>
          <p:cNvSpPr txBox="1"/>
          <p:nvPr/>
        </p:nvSpPr>
        <p:spPr>
          <a:xfrm>
            <a:off x="508000" y="3556000"/>
            <a:ext cx="4292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825">
                <a:solidFill>
                  <a:srgbClr val="2E7D32"/>
                </a:solidFill>
                <a:latin typeface="Arial"/>
                <a:cs typeface="Arial"/>
              </a:rPr>
              <a:t>「</a:t>
            </a:r>
            <a:r>
              <a:rPr lang="en-US" altLang="ja-JP" sz="825">
                <a:solidFill>
                  <a:srgbClr val="2E7D32"/>
                </a:solidFill>
                <a:latin typeface="Arial"/>
                <a:cs typeface="Arial"/>
              </a:rPr>
              <a:t>Are you sure you want to continue connecting?</a:t>
            </a:r>
            <a:r>
              <a:rPr lang="ja-JP" altLang="en-US" sz="825">
                <a:solidFill>
                  <a:srgbClr val="2E7D32"/>
                </a:solidFill>
                <a:latin typeface="Arial"/>
                <a:cs typeface="Arial"/>
              </a:rPr>
              <a:t xml:space="preserve">」
→ </a:t>
            </a:r>
            <a:r>
              <a:rPr lang="en-US" altLang="ja-JP" sz="825">
                <a:solidFill>
                  <a:srgbClr val="2E7D32"/>
                </a:solidFill>
                <a:latin typeface="Arial"/>
                <a:cs typeface="Arial"/>
              </a:rPr>
              <a:t xml:space="preserve">yes </a:t>
            </a:r>
            <a:r>
              <a:rPr lang="ja-JP" altLang="en-US" sz="825">
                <a:solidFill>
                  <a:srgbClr val="2E7D32"/>
                </a:solidFill>
                <a:latin typeface="Arial"/>
                <a:cs typeface="Arial"/>
              </a:rPr>
              <a:t>と入力して</a:t>
            </a:r>
            <a:r>
              <a:rPr lang="en-US" altLang="ja-JP" sz="825">
                <a:solidFill>
                  <a:srgbClr val="2E7D32"/>
                </a:solidFill>
                <a:latin typeface="Arial"/>
                <a:cs typeface="Arial"/>
              </a:rPr>
              <a:t>Enter</a:t>
            </a:r>
            <a:endParaRPr lang="ja-JP" altLang="en-US" sz="825">
              <a:solidFill>
                <a:srgbClr val="2E7D32"/>
              </a:solidFill>
              <a:latin typeface="Arial"/>
              <a:cs typeface="Arial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EBD6A85-C673-0040-A9A7-DD4B929EE90D}"/>
              </a:ext>
            </a:extLst>
          </p:cNvPr>
          <p:cNvSpPr txBox="1"/>
          <p:nvPr/>
        </p:nvSpPr>
        <p:spPr>
          <a:xfrm>
            <a:off x="508000" y="4013200"/>
            <a:ext cx="429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900" b="1">
                <a:solidFill>
                  <a:srgbClr val="1B5E20"/>
                </a:solidFill>
                <a:latin typeface="Arial"/>
                <a:cs typeface="Arial"/>
              </a:rPr>
              <a:t>📝 パスワード入力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4D69063-CE02-DB49-98F1-2AED63D23341}"/>
              </a:ext>
            </a:extLst>
          </p:cNvPr>
          <p:cNvSpPr txBox="1"/>
          <p:nvPr/>
        </p:nvSpPr>
        <p:spPr>
          <a:xfrm>
            <a:off x="508000" y="4241800"/>
            <a:ext cx="4292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825">
                <a:solidFill>
                  <a:srgbClr val="2E7D32"/>
                </a:solidFill>
                <a:latin typeface="Arial"/>
                <a:cs typeface="Arial"/>
              </a:rPr>
              <a:t>パスワードは入力しても画面に表示されません（正常です）
</a:t>
            </a:r>
            <a:r>
              <a:rPr lang="en-US" altLang="ja-JP" sz="825">
                <a:solidFill>
                  <a:srgbClr val="2E7D32"/>
                </a:solidFill>
                <a:latin typeface="Arial"/>
                <a:cs typeface="Arial"/>
              </a:rPr>
              <a:t>Imager</a:t>
            </a:r>
            <a:r>
              <a:rPr lang="ja-JP" altLang="en-US" sz="825">
                <a:solidFill>
                  <a:srgbClr val="2E7D32"/>
                </a:solidFill>
                <a:latin typeface="Arial"/>
                <a:cs typeface="Arial"/>
              </a:rPr>
              <a:t>で設定したパスワードを入力して</a:t>
            </a:r>
            <a:r>
              <a:rPr lang="en-US" altLang="ja-JP" sz="825">
                <a:solidFill>
                  <a:srgbClr val="2E7D32"/>
                </a:solidFill>
                <a:latin typeface="Arial"/>
                <a:cs typeface="Arial"/>
              </a:rPr>
              <a:t>Enter</a:t>
            </a:r>
            <a:endParaRPr lang="ja-JP" altLang="en-US" sz="825">
              <a:solidFill>
                <a:srgbClr val="2E7D3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6839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4-3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r>
              <a:rPr lang="ja-JP" alt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</a:t>
            </a: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r>
              <a:rPr lang="ja-JP" alt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アドレスの設定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16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sp>
        <p:nvSpPr>
          <p:cNvPr id="30" name="Circle1"/>
          <p:cNvSpPr/>
          <p:nvPr/>
        </p:nvSpPr>
        <p:spPr>
          <a:xfrm>
            <a:off x="444500" y="9144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Step1Title"/>
          <p:cNvSpPr/>
          <p:nvPr/>
        </p:nvSpPr>
        <p:spPr>
          <a:xfrm>
            <a:off x="736600" y="889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接続名を確認</a:t>
            </a:r>
          </a:p>
        </p:txBody>
      </p:sp>
      <p:sp>
        <p:nvSpPr>
          <p:cNvPr id="32" name="Step1Desc"/>
          <p:cNvSpPr/>
          <p:nvPr/>
        </p:nvSpPr>
        <p:spPr>
          <a:xfrm>
            <a:off x="736600" y="11176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Wi-Fiの接続名（NAME列）を確認する</a:t>
            </a:r>
          </a:p>
        </p:txBody>
      </p:sp>
      <p:sp>
        <p:nvSpPr>
          <p:cNvPr id="33" name="Cmd1Box"/>
          <p:cNvSpPr/>
          <p:nvPr/>
        </p:nvSpPr>
        <p:spPr>
          <a:xfrm>
            <a:off x="444500" y="1320800"/>
            <a:ext cx="4318000" cy="355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1000" dirty="0">
                <a:solidFill>
                  <a:srgbClr val="4ADE80"/>
                </a:solidFill>
                <a:latin typeface="Consolas"/>
                <a:cs typeface="Consolas"/>
              </a:rPr>
              <a:t>nmcli con show</a:t>
            </a:r>
          </a:p>
        </p:txBody>
      </p:sp>
      <p:sp>
        <p:nvSpPr>
          <p:cNvPr id="34" name="Step1Note"/>
          <p:cNvSpPr/>
          <p:nvPr/>
        </p:nvSpPr>
        <p:spPr>
          <a:xfrm>
            <a:off x="444500" y="1701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750" dirty="0">
                <a:solidFill>
                  <a:srgbClr val="737373"/>
                </a:solidFill>
                <a:latin typeface="Arial"/>
                <a:cs typeface="Arial"/>
              </a:rPr>
              <a:t>→ Wi-Fiの接続名は通常「preconfigured」（Imagerで設定した既定名）</a:t>
            </a:r>
          </a:p>
        </p:txBody>
      </p:sp>
      <p:sp>
        <p:nvSpPr>
          <p:cNvPr id="40" name="Circle2"/>
          <p:cNvSpPr/>
          <p:nvPr/>
        </p:nvSpPr>
        <p:spPr>
          <a:xfrm>
            <a:off x="444500" y="19939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Step2Title"/>
          <p:cNvSpPr/>
          <p:nvPr/>
        </p:nvSpPr>
        <p:spPr>
          <a:xfrm>
            <a:off x="736600" y="19685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固定IPアドレスを設定</a:t>
            </a:r>
          </a:p>
        </p:txBody>
      </p:sp>
      <p:sp>
        <p:nvSpPr>
          <p:cNvPr id="42" name="Step2Desc"/>
          <p:cNvSpPr/>
          <p:nvPr/>
        </p:nvSpPr>
        <p:spPr>
          <a:xfrm>
            <a:off x="736600" y="21971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❶で確認した接続名に対して以下を実行（各値は環境に合わせて変更）</a:t>
            </a:r>
          </a:p>
        </p:txBody>
      </p:sp>
      <p:sp>
        <p:nvSpPr>
          <p:cNvPr id="43" name="Cmd2Box"/>
          <p:cNvSpPr/>
          <p:nvPr/>
        </p:nvSpPr>
        <p:spPr>
          <a:xfrm>
            <a:off x="444500" y="2400300"/>
            <a:ext cx="4318000" cy="1016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>sudo nmcli con mod "preconfigured"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ipv4.method manual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ipv4.addresses "192.168.x.x/24"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ipv4.gateway "192.168.x.1"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ipv4.dns "192.168.x.1"</a:t>
            </a:r>
          </a:p>
        </p:txBody>
      </p:sp>
      <p:sp>
        <p:nvSpPr>
          <p:cNvPr id="50" name="Circle3"/>
          <p:cNvSpPr/>
          <p:nvPr/>
        </p:nvSpPr>
        <p:spPr>
          <a:xfrm>
            <a:off x="444500" y="35306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Step3Title"/>
          <p:cNvSpPr/>
          <p:nvPr/>
        </p:nvSpPr>
        <p:spPr>
          <a:xfrm>
            <a:off x="736600" y="3505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設定を反映</a:t>
            </a:r>
          </a:p>
        </p:txBody>
      </p:sp>
      <p:sp>
        <p:nvSpPr>
          <p:cNvPr id="52" name="Step3Desc"/>
          <p:cNvSpPr/>
          <p:nvPr/>
        </p:nvSpPr>
        <p:spPr>
          <a:xfrm>
            <a:off x="736600" y="37338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接続が一時切断されます → 新しいIPで再度SSH接続</a:t>
            </a:r>
          </a:p>
        </p:txBody>
      </p:sp>
      <p:sp>
        <p:nvSpPr>
          <p:cNvPr id="53" name="Cmd3Box"/>
          <p:cNvSpPr/>
          <p:nvPr/>
        </p:nvSpPr>
        <p:spPr>
          <a:xfrm>
            <a:off x="444500" y="3937000"/>
            <a:ext cx="4318000" cy="355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1000" dirty="0">
                <a:solidFill>
                  <a:srgbClr val="4ADE80"/>
                </a:solidFill>
                <a:latin typeface="Consolas"/>
                <a:cs typeface="Consolas"/>
              </a:rPr>
              <a:t>sudo nmcli con up "preconfigured"</a:t>
            </a:r>
          </a:p>
        </p:txBody>
      </p:sp>
      <p:sp>
        <p:nvSpPr>
          <p:cNvPr id="60" name="TableHeader"/>
          <p:cNvSpPr/>
          <p:nvPr/>
        </p:nvSpPr>
        <p:spPr>
          <a:xfrm>
            <a:off x="5016500" y="889000"/>
            <a:ext cx="3810000" cy="279400"/>
          </a:xfrm>
          <a:prstGeom prst="rect">
            <a:avLst/>
          </a:prstGeom>
          <a:solidFill>
            <a:srgbClr val="2C8741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Arial"/>
                <a:cs typeface="Arial"/>
              </a:rPr>
              <a:t>パラメータの説明</a:t>
            </a:r>
          </a:p>
        </p:txBody>
      </p:sp>
      <p:sp>
        <p:nvSpPr>
          <p:cNvPr id="61" name="TableBody"/>
          <p:cNvSpPr/>
          <p:nvPr/>
        </p:nvSpPr>
        <p:spPr>
          <a:xfrm>
            <a:off x="5016500" y="1168400"/>
            <a:ext cx="3810000" cy="1041400"/>
          </a:xfrm>
          <a:prstGeom prst="rect">
            <a:avLst/>
          </a:prstGeom>
          <a:solidFill>
            <a:srgbClr val="F0F8F0"/>
          </a:solidFill>
          <a:ln w="12700">
            <a:solidFill>
              <a:srgbClr val="CCCCCC"/>
            </a:solidFill>
          </a:ln>
        </p:spPr>
        <p:txBody>
          <a:bodyPr lIns="72000" tIns="36000" rIns="72000" bIns="36000" anchor="ctr"/>
          <a:lstStyle/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ipv4.method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manual = 固定IPに設定</a:t>
            </a:r>
          </a:p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ipv4.addresses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固定IP/サブネット</a:t>
            </a:r>
          </a:p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ipv4.gateway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デフォルトゲートウェイ</a:t>
            </a:r>
          </a:p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ipv4.dns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DNSサーバーアドレス</a:t>
            </a:r>
          </a:p>
        </p:txBody>
      </p:sp>
      <p:sp>
        <p:nvSpPr>
          <p:cNvPr id="62" name="InputNote"/>
          <p:cNvSpPr/>
          <p:nvPr/>
        </p:nvSpPr>
        <p:spPr>
          <a:xfrm>
            <a:off x="5016500" y="2349500"/>
            <a:ext cx="3810000" cy="1905000"/>
          </a:xfrm>
          <a:prstGeom prst="rect">
            <a:avLst/>
          </a:prstGeom>
          <a:solidFill>
            <a:srgbClr val="FFFDE7"/>
          </a:solidFill>
          <a:ln w="12700">
            <a:solidFill>
              <a:srgbClr val="4CAF50"/>
            </a:solidFill>
          </a:ln>
        </p:spPr>
        <p:txBody>
          <a:bodyPr lIns="72000" tIns="36000" rIns="72000" bIns="36000" anchor="ctr"/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000" b="1" dirty="0">
                <a:solidFill>
                  <a:srgbClr val="B8860B"/>
                </a:solidFill>
                <a:latin typeface="Arial"/>
                <a:cs typeface="Arial"/>
              </a:rPr>
              <a:t>💡 コマンドの入力方法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❷のコマンドは全体で1つのコマンドです。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 xml:space="preserve">各行末の </a:t>
            </a:r>
            <a:r>
              <a:rPr lang="en-US" altLang="ja-JP" sz="1000" b="1" dirty="0">
                <a:solidFill>
                  <a:srgbClr val="D32F2F"/>
                </a:solidFill>
                <a:latin typeface="Consolas"/>
                <a:cs typeface="Consolas"/>
              </a:rPr>
              <a:t>\</a:t>
            </a: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 xml:space="preserve"> は「次の行に続く」の意味。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最終行（ipv4.dns...）には \ が無い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→ ここでEnterを押すとコマンド実行。</a:t>
            </a:r>
          </a:p>
          <a:p>
            <a:pPr algn="l">
              <a:spcAft>
                <a:spcPts val="100"/>
              </a:spcAft>
              <a:buNone/>
            </a:pPr>
            <a:endParaRPr lang="ja-JP" altLang="en-US" sz="4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900" b="1" dirty="0">
                <a:solidFill>
                  <a:srgbClr val="2E7D32"/>
                </a:solidFill>
                <a:latin typeface="Arial"/>
                <a:cs typeface="Arial"/>
              </a:rPr>
              <a:t>▶ 1行にまとめて入力してもOK</a:t>
            </a:r>
          </a:p>
          <a:p>
            <a:pPr algn="l"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\と改行を全て省略し、スペースで</a:t>
            </a:r>
          </a:p>
          <a:p>
            <a:pPr algn="l"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つなげて1行で入力→Enterでも同じ。</a:t>
            </a:r>
          </a:p>
        </p:txBody>
      </p:sp>
    </p:spTree>
    <p:extLst>
      <p:ext uri="{BB962C8B-B14F-4D97-AF65-F5344CB8AC3E}">
        <p14:creationId xmlns:p14="http://schemas.microsoft.com/office/powerpoint/2010/main" val="2154463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4-4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有線LAN固定IPアドレスの設定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17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sp>
        <p:nvSpPr>
          <p:cNvPr id="30" name="PrereqNote"/>
          <p:cNvSpPr/>
          <p:nvPr/>
        </p:nvSpPr>
        <p:spPr>
          <a:xfrm>
            <a:off x="444500" y="8382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D32F2F"/>
                </a:solidFill>
                <a:latin typeface="Arial"/>
                <a:cs typeface="Arial"/>
              </a:rPr>
              <a:t>※ 事前にRaspi LANポートとネットワーク機器をLANケーブルで接続しておく</a:t>
            </a:r>
          </a:p>
        </p:txBody>
      </p:sp>
      <p:sp>
        <p:nvSpPr>
          <p:cNvPr id="31" name="Circle1"/>
          <p:cNvSpPr/>
          <p:nvPr/>
        </p:nvSpPr>
        <p:spPr>
          <a:xfrm>
            <a:off x="444500" y="11176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Step1Title"/>
          <p:cNvSpPr/>
          <p:nvPr/>
        </p:nvSpPr>
        <p:spPr>
          <a:xfrm>
            <a:off x="736600" y="1092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固定IPアドレスを設定</a:t>
            </a:r>
          </a:p>
        </p:txBody>
      </p:sp>
      <p:sp>
        <p:nvSpPr>
          <p:cNvPr id="33" name="Step1Desc"/>
          <p:cNvSpPr/>
          <p:nvPr/>
        </p:nvSpPr>
        <p:spPr>
          <a:xfrm>
            <a:off x="736600" y="13208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IoT機器と1対1接続のため、gateway/dns設定は不要</a:t>
            </a:r>
          </a:p>
        </p:txBody>
      </p:sp>
      <p:sp>
        <p:nvSpPr>
          <p:cNvPr id="34" name="Cmd1Box"/>
          <p:cNvSpPr/>
          <p:nvPr/>
        </p:nvSpPr>
        <p:spPr>
          <a:xfrm>
            <a:off x="444500" y="1524000"/>
            <a:ext cx="4318000" cy="8890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>sudo nmcli con mod "Wired connection 1"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ipv4.method manual \</a:t>
            </a:r>
          </a:p>
          <a:p>
            <a:pPr algn="l">
              <a:buNone/>
            </a:pPr>
            <a:r>
              <a:rPr lang="en-US" altLang="ja-JP" sz="850" dirty="0">
                <a:solidFill>
                  <a:srgbClr val="4ADE80"/>
                </a:solidFill>
                <a:latin typeface="Consolas"/>
                <a:cs typeface="Consolas"/>
              </a:rPr>
              <a:t xml:space="preserve">  ipv4.addresses "192.168.104.12/24"</a:t>
            </a:r>
          </a:p>
        </p:txBody>
      </p:sp>
      <p:sp>
        <p:nvSpPr>
          <p:cNvPr id="40" name="Circle2"/>
          <p:cNvSpPr/>
          <p:nvPr/>
        </p:nvSpPr>
        <p:spPr>
          <a:xfrm>
            <a:off x="444500" y="25146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Step2Title"/>
          <p:cNvSpPr/>
          <p:nvPr/>
        </p:nvSpPr>
        <p:spPr>
          <a:xfrm>
            <a:off x="736600" y="2489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設定を反映</a:t>
            </a:r>
          </a:p>
        </p:txBody>
      </p:sp>
      <p:sp>
        <p:nvSpPr>
          <p:cNvPr id="42" name="Step2Desc"/>
          <p:cNvSpPr/>
          <p:nvPr/>
        </p:nvSpPr>
        <p:spPr>
          <a:xfrm>
            <a:off x="736600" y="27178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接続が一時切断されます</a:t>
            </a:r>
          </a:p>
        </p:txBody>
      </p:sp>
      <p:sp>
        <p:nvSpPr>
          <p:cNvPr id="43" name="Cmd2Box"/>
          <p:cNvSpPr/>
          <p:nvPr/>
        </p:nvSpPr>
        <p:spPr>
          <a:xfrm>
            <a:off x="444500" y="2921000"/>
            <a:ext cx="4318000" cy="355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1000" dirty="0">
                <a:solidFill>
                  <a:srgbClr val="4ADE80"/>
                </a:solidFill>
                <a:latin typeface="Consolas"/>
                <a:cs typeface="Consolas"/>
              </a:rPr>
              <a:t>sudo nmcli con up "Wired connection 1"</a:t>
            </a:r>
          </a:p>
        </p:txBody>
      </p:sp>
      <p:sp>
        <p:nvSpPr>
          <p:cNvPr id="50" name="Circle3"/>
          <p:cNvSpPr/>
          <p:nvPr/>
        </p:nvSpPr>
        <p:spPr>
          <a:xfrm>
            <a:off x="444500" y="3403600"/>
            <a:ext cx="228600" cy="228600"/>
          </a:xfrm>
          <a:prstGeom prst="ellipse">
            <a:avLst/>
          </a:prstGeom>
          <a:solidFill>
            <a:srgbClr val="2C87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Step3Title"/>
          <p:cNvSpPr/>
          <p:nvPr/>
        </p:nvSpPr>
        <p:spPr>
          <a:xfrm>
            <a:off x="736600" y="3378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1050" b="1" dirty="0">
                <a:solidFill>
                  <a:srgbClr val="1D1D1D"/>
                </a:solidFill>
                <a:latin typeface="Arial"/>
                <a:cs typeface="Arial"/>
              </a:rPr>
              <a:t>IPアドレスを確認</a:t>
            </a:r>
          </a:p>
        </p:txBody>
      </p:sp>
      <p:sp>
        <p:nvSpPr>
          <p:cNvPr id="52" name="Step3Desc"/>
          <p:cNvSpPr/>
          <p:nvPr/>
        </p:nvSpPr>
        <p:spPr>
          <a:xfrm>
            <a:off x="736600" y="3606800"/>
            <a:ext cx="3937000" cy="177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737373"/>
                </a:solidFill>
                <a:latin typeface="Arial"/>
                <a:cs typeface="Arial"/>
              </a:rPr>
              <a:t>Wi-Fi側と有線側の両方のIPが表示されればOK</a:t>
            </a:r>
          </a:p>
        </p:txBody>
      </p:sp>
      <p:sp>
        <p:nvSpPr>
          <p:cNvPr id="53" name="Cmd3Box"/>
          <p:cNvSpPr/>
          <p:nvPr/>
        </p:nvSpPr>
        <p:spPr>
          <a:xfrm>
            <a:off x="444500" y="3810000"/>
            <a:ext cx="4318000" cy="3556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US" altLang="ja-JP" sz="1000" dirty="0">
                <a:solidFill>
                  <a:srgbClr val="4ADE80"/>
                </a:solidFill>
                <a:latin typeface="Consolas"/>
                <a:cs typeface="Consolas"/>
              </a:rPr>
              <a:t>ip addr show</a:t>
            </a:r>
          </a:p>
        </p:txBody>
      </p:sp>
      <p:sp>
        <p:nvSpPr>
          <p:cNvPr id="54" name="Step3Output"/>
          <p:cNvSpPr/>
          <p:nvPr/>
        </p:nvSpPr>
        <p:spPr>
          <a:xfrm>
            <a:off x="444500" y="42164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ja-JP" altLang="en-US" sz="800" dirty="0">
                <a:solidFill>
                  <a:srgbClr val="2E7D32"/>
                </a:solidFill>
                <a:latin typeface="Arial"/>
                <a:cs typeface="Arial"/>
              </a:rPr>
              <a:t>→ wlan0: Wi-Fi側IP / eth0: 192.168.104.12 が表示</a:t>
            </a:r>
          </a:p>
        </p:txBody>
      </p:sp>
      <p:sp>
        <p:nvSpPr>
          <p:cNvPr id="60" name="TableHeader"/>
          <p:cNvSpPr/>
          <p:nvPr/>
        </p:nvSpPr>
        <p:spPr>
          <a:xfrm>
            <a:off x="5016500" y="1117600"/>
            <a:ext cx="3810000" cy="279400"/>
          </a:xfrm>
          <a:prstGeom prst="rect">
            <a:avLst/>
          </a:prstGeom>
          <a:solidFill>
            <a:srgbClr val="2C8741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Arial"/>
                <a:cs typeface="Arial"/>
              </a:rPr>
              <a:t>パラメータの説明</a:t>
            </a:r>
          </a:p>
        </p:txBody>
      </p:sp>
      <p:sp>
        <p:nvSpPr>
          <p:cNvPr id="61" name="TableBody"/>
          <p:cNvSpPr/>
          <p:nvPr/>
        </p:nvSpPr>
        <p:spPr>
          <a:xfrm>
            <a:off x="5016500" y="1397000"/>
            <a:ext cx="3810000" cy="889000"/>
          </a:xfrm>
          <a:prstGeom prst="rect">
            <a:avLst/>
          </a:prstGeom>
          <a:solidFill>
            <a:srgbClr val="F0F8F0"/>
          </a:solidFill>
          <a:ln w="12700">
            <a:solidFill>
              <a:srgbClr val="CCCCCC"/>
            </a:solidFill>
          </a:ln>
        </p:spPr>
        <p:txBody>
          <a:bodyPr lIns="72000" tIns="36000" rIns="72000" bIns="36000" anchor="ctr"/>
          <a:lstStyle/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ipv4.method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manual = 固定IPに設定</a:t>
            </a:r>
          </a:p>
          <a:p>
            <a:pPr algn="l">
              <a:lnSpc>
                <a:spcPts val="1300"/>
              </a:lnSpc>
              <a:buNone/>
            </a:pPr>
            <a:r>
              <a:rPr lang="en-US" altLang="ja-JP" sz="850" b="1" dirty="0">
                <a:solidFill>
                  <a:srgbClr val="333333"/>
                </a:solidFill>
                <a:latin typeface="Consolas"/>
                <a:cs typeface="Consolas"/>
              </a:rPr>
              <a:t>ipv4.addresses</a:t>
            </a:r>
            <a:r>
              <a:rPr lang="ja-JP" altLang="en-US" sz="850" dirty="0">
                <a:solidFill>
                  <a:srgbClr val="555555"/>
                </a:solidFill>
                <a:latin typeface="Arial"/>
                <a:cs typeface="Arial"/>
              </a:rPr>
              <a:t xml:space="preserve">  固定IP/サブネット</a:t>
            </a:r>
          </a:p>
        </p:txBody>
      </p:sp>
      <p:sp>
        <p:nvSpPr>
          <p:cNvPr id="62" name="ConnNote"/>
          <p:cNvSpPr/>
          <p:nvPr/>
        </p:nvSpPr>
        <p:spPr>
          <a:xfrm>
            <a:off x="5016500" y="2438400"/>
            <a:ext cx="3810000" cy="1651000"/>
          </a:xfrm>
          <a:prstGeom prst="rect">
            <a:avLst/>
          </a:prstGeom>
          <a:solidFill>
            <a:srgbClr val="FFFDE7"/>
          </a:solidFill>
          <a:ln w="12700">
            <a:solidFill>
              <a:srgbClr val="4CAF50"/>
            </a:solidFill>
          </a:ln>
        </p:spPr>
        <p:txBody>
          <a:bodyPr lIns="72000" tIns="36000" rIns="72000" bIns="36000" anchor="ctr"/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000" b="1" dirty="0">
                <a:solidFill>
                  <a:srgbClr val="B8860B"/>
                </a:solidFill>
                <a:latin typeface="Arial"/>
                <a:cs typeface="Arial"/>
              </a:rPr>
              <a:t>💡 この設定について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有線LANポートはIoT機器と</a:t>
            </a:r>
          </a:p>
          <a:p>
            <a:pPr algn="l">
              <a:spcAft>
                <a:spcPts val="200"/>
              </a:spcAft>
              <a:buNone/>
            </a:pPr>
            <a:r>
              <a:rPr lang="ja-JP" altLang="en-US" sz="900" b="1" dirty="0">
                <a:solidFill>
                  <a:srgbClr val="333333"/>
                </a:solidFill>
                <a:latin typeface="Arial"/>
                <a:cs typeface="Arial"/>
              </a:rPr>
              <a:t>1対1で直接接続</a:t>
            </a: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するため、</a:t>
            </a:r>
          </a:p>
          <a:p>
            <a:pPr algn="l">
              <a:spcAft>
                <a:spcPts val="200"/>
              </a:spcAft>
              <a:buNone/>
            </a:pPr>
            <a:r>
              <a:rPr lang="en-US" altLang="ja-JP" sz="900" dirty="0">
                <a:solidFill>
                  <a:srgbClr val="4A4A4A"/>
                </a:solidFill>
                <a:latin typeface="Consolas"/>
                <a:cs typeface="Consolas"/>
              </a:rPr>
              <a:t>gateway</a:t>
            </a: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 xml:space="preserve"> / </a:t>
            </a:r>
            <a:r>
              <a:rPr lang="en-US" altLang="ja-JP" sz="900" dirty="0">
                <a:solidFill>
                  <a:srgbClr val="4A4A4A"/>
                </a:solidFill>
                <a:latin typeface="Consolas"/>
                <a:cs typeface="Consolas"/>
              </a:rPr>
              <a:t>dns</a:t>
            </a: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 xml:space="preserve"> の設定は不要です。</a:t>
            </a:r>
          </a:p>
          <a:p>
            <a:pPr algn="l">
              <a:spcAft>
                <a:spcPts val="100"/>
              </a:spcAft>
              <a:buNone/>
            </a:pPr>
            <a:endParaRPr lang="ja-JP" altLang="en-US" sz="4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「</a:t>
            </a:r>
            <a:r>
              <a:rPr lang="en-US" altLang="ja-JP" sz="900" b="1" dirty="0">
                <a:solidFill>
                  <a:srgbClr val="333333"/>
                </a:solidFill>
                <a:latin typeface="Consolas"/>
                <a:cs typeface="Consolas"/>
              </a:rPr>
              <a:t>Wired connection 1</a:t>
            </a: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」は</a:t>
            </a:r>
          </a:p>
          <a:p>
            <a:pPr algn="l">
              <a:buNone/>
            </a:pPr>
            <a:r>
              <a:rPr lang="ja-JP" altLang="en-US" sz="900" dirty="0">
                <a:solidFill>
                  <a:srgbClr val="4A4A4A"/>
                </a:solidFill>
                <a:latin typeface="Arial"/>
                <a:cs typeface="Arial"/>
              </a:rPr>
              <a:t>LANケーブル接続時の既定の接続名です。</a:t>
            </a:r>
          </a:p>
        </p:txBody>
      </p:sp>
    </p:spTree>
    <p:extLst>
      <p:ext uri="{BB962C8B-B14F-4D97-AF65-F5344CB8AC3E}">
        <p14:creationId xmlns:p14="http://schemas.microsoft.com/office/powerpoint/2010/main" val="422853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4-5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Node-REDのインストール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231702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365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365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57250" y="1405086"/>
            <a:ext cx="2540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SSH接続済みの状態で実行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96657" y="1993702"/>
            <a:ext cx="4434215" cy="1278049"/>
          </a:xfrm>
          <a:prstGeom prst="roundRect">
            <a:avLst>
              <a:gd name="adj" fmla="val 631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127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717" y="2127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7250" y="2127943"/>
            <a:ext cx="3714462" cy="343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公式インストールスクリプトを実行（</a:t>
            </a: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下記コマンドをコピーペーストしてエンター）</a:t>
            </a:r>
            <a:endParaRPr lang="ja-JP" alt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4350" y="2571726"/>
            <a:ext cx="4191000" cy="597991"/>
          </a:xfrm>
          <a:prstGeom prst="roundRect">
            <a:avLst>
              <a:gd name="adj" fmla="val 6371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650" y="2724126"/>
            <a:ext cx="404164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ja-JP" sz="1000" dirty="0">
                <a:solidFill>
                  <a:srgbClr val="00B050"/>
                </a:solidFill>
              </a:rPr>
              <a:t>bash &lt;(curl -</a:t>
            </a:r>
            <a:r>
              <a:rPr lang="en-US" altLang="ja-JP" sz="1000" dirty="0" err="1">
                <a:solidFill>
                  <a:srgbClr val="00B050"/>
                </a:solidFill>
              </a:rPr>
              <a:t>sL</a:t>
            </a:r>
            <a:r>
              <a:rPr lang="en-US" altLang="ja-JP" sz="1000" dirty="0">
                <a:solidFill>
                  <a:srgbClr val="00B050"/>
                </a:solidFill>
              </a:rPr>
              <a:t xml:space="preserve"> https://</a:t>
            </a:r>
            <a:r>
              <a:rPr lang="en-US" altLang="ja-JP" sz="1000" dirty="0" err="1">
                <a:solidFill>
                  <a:srgbClr val="00B050"/>
                </a:solidFill>
              </a:rPr>
              <a:t>github.com</a:t>
            </a:r>
            <a:r>
              <a:rPr lang="en-US" altLang="ja-JP" sz="1000" dirty="0">
                <a:solidFill>
                  <a:srgbClr val="00B050"/>
                </a:solidFill>
              </a:rPr>
              <a:t>/node-red/</a:t>
            </a:r>
            <a:r>
              <a:rPr lang="en-US" altLang="ja-JP" sz="1000" dirty="0" err="1">
                <a:solidFill>
                  <a:srgbClr val="00B050"/>
                </a:solidFill>
              </a:rPr>
              <a:t>linux</a:t>
            </a:r>
            <a:r>
              <a:rPr lang="en-US" altLang="ja-JP" sz="1000" dirty="0">
                <a:solidFill>
                  <a:srgbClr val="00B050"/>
                </a:solidFill>
              </a:rPr>
              <a:t>-installers/releases/latest/download/update-</a:t>
            </a:r>
            <a:r>
              <a:rPr lang="en-US" altLang="ja-JP" sz="1000" dirty="0" err="1">
                <a:solidFill>
                  <a:srgbClr val="00B050"/>
                </a:solidFill>
              </a:rPr>
              <a:t>nodejs</a:t>
            </a:r>
            <a:r>
              <a:rPr lang="en-US" altLang="ja-JP" sz="1000" dirty="0">
                <a:solidFill>
                  <a:srgbClr val="00B050"/>
                </a:solidFill>
              </a:rPr>
              <a:t>-and-</a:t>
            </a:r>
            <a:r>
              <a:rPr lang="en-US" altLang="ja-JP" sz="1000" dirty="0" err="1">
                <a:solidFill>
                  <a:srgbClr val="00B050"/>
                </a:solidFill>
              </a:rPr>
              <a:t>nodered</a:t>
            </a:r>
            <a:r>
              <a:rPr lang="en-US" altLang="ja-JP" sz="1000" dirty="0">
                <a:solidFill>
                  <a:srgbClr val="00B050"/>
                </a:solidFill>
              </a:rPr>
              <a:t>-deb)</a:t>
            </a:r>
          </a:p>
        </p:txBody>
      </p:sp>
      <p:sp>
        <p:nvSpPr>
          <p:cNvPr id="15" name="Text 13"/>
          <p:cNvSpPr/>
          <p:nvPr/>
        </p:nvSpPr>
        <p:spPr>
          <a:xfrm>
            <a:off x="381000" y="3353693"/>
            <a:ext cx="4457700" cy="876151"/>
          </a:xfrm>
          <a:prstGeom prst="roundRect">
            <a:avLst>
              <a:gd name="adj" fmla="val 8697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825" y="3515618"/>
            <a:ext cx="4294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インストール中の質問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04825" y="3732758"/>
            <a:ext cx="429425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「Are you sure you want to do this?」→ </a:t>
            </a:r>
            <a:r>
              <a:rPr lang="en-US" sz="825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/>
          </a:p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「Would you like to install Pi-specific nodes?」→ </a:t>
            </a:r>
            <a:r>
              <a:rPr lang="en-US" sz="825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381000" y="4382244"/>
            <a:ext cx="4457700" cy="413296"/>
          </a:xfrm>
          <a:prstGeom prst="roundRect">
            <a:avLst>
              <a:gd name="adj" fmla="val 1843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4382244"/>
            <a:ext cx="0" cy="413296"/>
          </a:xfrm>
          <a:prstGeom prst="line">
            <a:avLst/>
          </a:prstGeom>
          <a:noFill/>
          <a:ln w="381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14350" y="4515594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所要時間:</a:t>
            </a:r>
            <a:r>
              <a:rPr lang="en-US" sz="825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約10〜20分程度（インターネット速度による）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18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8" name="図 27" descr="テキスト  AI 生成コンテンツは誤りを含む可能性があります。">
            <a:extLst>
              <a:ext uri="{FF2B5EF4-FFF2-40B4-BE49-F238E27FC236}">
                <a16:creationId xmlns:a16="http://schemas.microsoft.com/office/drawing/2014/main" id="{99F7BAAD-8CAB-7989-F6E9-049B6A70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4" t="17380"/>
          <a:stretch>
            <a:fillRect/>
          </a:stretch>
        </p:blipFill>
        <p:spPr>
          <a:xfrm>
            <a:off x="5080000" y="2127052"/>
            <a:ext cx="3365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05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Node-REDの起動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249859"/>
            <a:ext cx="4457700" cy="980926"/>
          </a:xfrm>
          <a:prstGeom prst="roundRect">
            <a:avLst>
              <a:gd name="adj" fmla="val 7768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421309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SSH接続先で手動起動する場合</a:t>
            </a:r>
            <a:endParaRPr lang="en-US" sz="975"/>
          </a:p>
        </p:txBody>
      </p:sp>
      <p:sp>
        <p:nvSpPr>
          <p:cNvPr id="7" name="Text 5"/>
          <p:cNvSpPr/>
          <p:nvPr/>
        </p:nvSpPr>
        <p:spPr>
          <a:xfrm>
            <a:off x="504825" y="1670745"/>
            <a:ext cx="4191000" cy="426690"/>
          </a:xfrm>
          <a:prstGeom prst="roundRect">
            <a:avLst>
              <a:gd name="adj" fmla="val 8929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1804095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ja-JP" sz="900">
                <a:solidFill>
                  <a:srgbClr val="4ADE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node-red-start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81000" y="2383185"/>
            <a:ext cx="4457700" cy="1260872"/>
          </a:xfrm>
          <a:prstGeom prst="roundRect">
            <a:avLst>
              <a:gd name="adj" fmla="val 6043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" y="2564160"/>
            <a:ext cx="42553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自動起動を設定する場合（推奨）</a:t>
            </a:r>
            <a:endParaRPr lang="en-US" sz="975"/>
          </a:p>
        </p:txBody>
      </p:sp>
      <p:sp>
        <p:nvSpPr>
          <p:cNvPr id="11" name="Text 9"/>
          <p:cNvSpPr/>
          <p:nvPr/>
        </p:nvSpPr>
        <p:spPr>
          <a:xfrm>
            <a:off x="523875" y="2813596"/>
            <a:ext cx="4171950" cy="426690"/>
          </a:xfrm>
          <a:prstGeom prst="roundRect">
            <a:avLst>
              <a:gd name="adj" fmla="val 8929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125" y="2946946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ja-JP" sz="1000" err="1">
                <a:solidFill>
                  <a:srgbClr val="00B050"/>
                </a:solidFill>
              </a:rPr>
              <a:t>sudo</a:t>
            </a:r>
            <a:r>
              <a:rPr lang="en-US" altLang="ja-JP" sz="1000">
                <a:solidFill>
                  <a:srgbClr val="00B050"/>
                </a:solidFill>
              </a:rPr>
              <a:t xml:space="preserve"> </a:t>
            </a:r>
            <a:r>
              <a:rPr lang="en-US" altLang="ja-JP" sz="1000" err="1">
                <a:solidFill>
                  <a:srgbClr val="00B050"/>
                </a:solidFill>
              </a:rPr>
              <a:t>systemctl</a:t>
            </a:r>
            <a:r>
              <a:rPr lang="en-US" altLang="ja-JP" sz="1000">
                <a:solidFill>
                  <a:srgbClr val="00B050"/>
                </a:solidFill>
              </a:rPr>
              <a:t xml:space="preserve"> enable </a:t>
            </a:r>
            <a:r>
              <a:rPr lang="en-US" altLang="ja-JP" sz="1000" err="1">
                <a:solidFill>
                  <a:srgbClr val="00B050"/>
                </a:solidFill>
              </a:rPr>
              <a:t>nodered.service</a:t>
            </a:r>
            <a:endParaRPr lang="en-US" altLang="ja-JP" sz="1000">
              <a:solidFill>
                <a:srgbClr val="00B050"/>
              </a:solidFill>
            </a:endParaRPr>
          </a:p>
          <a:p>
            <a:br>
              <a:rPr lang="en-US" altLang="ja-JP" sz="900"/>
            </a:b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23875" y="3316486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Pi起動時に自動でNode-REDが起動するようになります</a:t>
            </a:r>
            <a:endParaRPr lang="en-US" sz="825"/>
          </a:p>
        </p:txBody>
      </p:sp>
      <p:sp>
        <p:nvSpPr>
          <p:cNvPr id="14" name="Text 12"/>
          <p:cNvSpPr/>
          <p:nvPr/>
        </p:nvSpPr>
        <p:spPr>
          <a:xfrm>
            <a:off x="381000" y="3796457"/>
            <a:ext cx="4457700" cy="980926"/>
          </a:xfrm>
          <a:prstGeom prst="roundRect">
            <a:avLst>
              <a:gd name="adj" fmla="val 7768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350" y="3967907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停止コマンド</a:t>
            </a:r>
            <a:endParaRPr lang="en-US" sz="975"/>
          </a:p>
        </p:txBody>
      </p:sp>
      <p:sp>
        <p:nvSpPr>
          <p:cNvPr id="16" name="Text 14"/>
          <p:cNvSpPr/>
          <p:nvPr/>
        </p:nvSpPr>
        <p:spPr>
          <a:xfrm>
            <a:off x="514350" y="4217343"/>
            <a:ext cx="4191000" cy="426690"/>
          </a:xfrm>
          <a:prstGeom prst="roundRect">
            <a:avLst>
              <a:gd name="adj" fmla="val 8929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600" y="4350693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>
                <a:solidFill>
                  <a:srgbClr val="00B050"/>
                </a:solidFill>
              </a:rPr>
              <a:t>node-red-stop</a:t>
            </a:r>
          </a:p>
        </p:txBody>
      </p:sp>
      <p:sp>
        <p:nvSpPr>
          <p:cNvPr id="21" name="Text 19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19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5" name="図 24" descr="テキスト, Web サイト  AI 生成コンテンツは誤りを含む可能性があります。">
            <a:extLst>
              <a:ext uri="{FF2B5EF4-FFF2-40B4-BE49-F238E27FC236}">
                <a16:creationId xmlns:a16="http://schemas.microsoft.com/office/drawing/2014/main" id="{D1884210-12FD-27DA-155A-D8E76F7593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6" t="10713" b="-416"/>
          <a:stretch>
            <a:fillRect/>
          </a:stretch>
        </p:blipFill>
        <p:spPr>
          <a:xfrm>
            <a:off x="5080000" y="1964085"/>
            <a:ext cx="3365500" cy="2019300"/>
          </a:xfrm>
          <a:prstGeom prst="rect">
            <a:avLst/>
          </a:prstGeom>
        </p:spPr>
      </p:pic>
      <p:sp>
        <p:nvSpPr>
          <p:cNvPr id="100" name="TipsSystemd"/>
          <p:cNvSpPr/>
          <p:nvPr/>
        </p:nvSpPr>
        <p:spPr>
          <a:xfrm>
            <a:off x="5080000" y="838200"/>
            <a:ext cx="3810000" cy="1066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/>
                <a:cs typeface="Arial"/>
              </a:rPr>
              <a:t>💡 Tips : systemd</a:t>
            </a:r>
            <a:r>
              <a:rPr lang="ja-JP" altLang="en-US" sz="1100" b="1" dirty="0">
                <a:solidFill>
                  <a:srgbClr val="1B5E20"/>
                </a:solidFill>
                <a:latin typeface="Arial"/>
                <a:ea typeface="游ゴシック"/>
                <a:cs typeface="Arial"/>
              </a:rPr>
              <a:t>とは？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D1D1D"/>
                </a:solidFill>
                <a:latin typeface="Arial"/>
                <a:cs typeface="Arial"/>
              </a:rPr>
              <a:t xml:space="preserve">systemd </a:t>
            </a:r>
            <a:r>
              <a:rPr lang="ja-JP" altLang="en-US" sz="950" dirty="0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は、Linuxの「サービス管理係」です。どのプログラムをいつ起動・停止するかを管理しています。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1D1D1D"/>
                </a:solidFill>
                <a:latin typeface="Arial"/>
                <a:cs typeface="Arial"/>
              </a:rPr>
              <a:t xml:space="preserve">systemctl enable </a:t>
            </a:r>
            <a:r>
              <a:rPr lang="ja-JP" altLang="en-US" sz="950" dirty="0">
                <a:solidFill>
                  <a:srgbClr val="1D1D1D"/>
                </a:solidFill>
                <a:latin typeface="Arial"/>
                <a:ea typeface="游ゴシック"/>
                <a:cs typeface="Arial"/>
              </a:rPr>
              <a:t>で登録すると、Raspberry Pi起動時にNode-REDが自動で立ち上がります。</a:t>
            </a:r>
          </a:p>
        </p:txBody>
      </p:sp>
    </p:spTree>
    <p:extLst>
      <p:ext uri="{BB962C8B-B14F-4D97-AF65-F5344CB8AC3E}">
        <p14:creationId xmlns:p14="http://schemas.microsoft.com/office/powerpoint/2010/main" val="3346613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ブラウザからアクセス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863600"/>
            <a:ext cx="4267200" cy="1879600"/>
          </a:xfrm>
          <a:prstGeom prst="roundRect">
            <a:avLst>
              <a:gd name="adj" fmla="val 6612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016000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PCでWEBブラウザ（Chrome等）を起動し、以下のURLにアクセス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495300" y="1233140"/>
            <a:ext cx="4038600" cy="1130300"/>
          </a:xfrm>
          <a:prstGeom prst="roundRect">
            <a:avLst>
              <a:gd name="adj" fmla="val 866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0550" y="1366490"/>
            <a:ext cx="3925062" cy="431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http://[</a:t>
            </a:r>
            <a:r>
              <a:rPr lang="en-US" sz="1100" dirty="0" err="1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固定IP</a:t>
            </a:r>
            <a:r>
              <a:rPr lang="en-US" sz="1100" dirty="0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]:1880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00" dirty="0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http://[</a:t>
            </a:r>
            <a:r>
              <a:rPr lang="en-US" sz="1100" dirty="0" err="1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ホスト名</a:t>
            </a:r>
            <a:r>
              <a:rPr lang="en-US" sz="1100" dirty="0">
                <a:solidFill>
                  <a:srgbClr val="FFC000"/>
                </a:solidFill>
                <a:latin typeface="Consolas"/>
                <a:ea typeface="Arial" pitchFamily="34" charset="-122"/>
                <a:cs typeface="Consolas"/>
              </a:rPr>
              <a:t>].local:1880</a:t>
            </a:r>
          </a:p>
        </p:txBody>
      </p:sp>
      <p:sp>
        <p:nvSpPr>
          <p:cNvPr id="9" name="Text 7"/>
          <p:cNvSpPr/>
          <p:nvPr/>
        </p:nvSpPr>
        <p:spPr>
          <a:xfrm>
            <a:off x="495300" y="2387600"/>
            <a:ext cx="4114800" cy="30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altLang="ja-JP" sz="75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[ホスト名] はSTEP 1（p6）で設定したホスト名に置き換えてください</a:t>
            </a:r>
          </a:p>
          <a:p>
            <a:pPr marL="0" indent="0" algn="l">
              <a:lnSpc>
                <a:spcPts val="10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ja-JP" sz="75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[固定IP] はSTEP 3で設定した固定IPアドレスに置き換えてください（例: 192.168.1.100）</a:t>
            </a:r>
          </a:p>
        </p:txBody>
      </p:sp>
      <p:sp>
        <p:nvSpPr>
          <p:cNvPr id="10" name="Text 8"/>
          <p:cNvSpPr/>
          <p:nvPr/>
        </p:nvSpPr>
        <p:spPr>
          <a:xfrm>
            <a:off x="381000" y="2819403"/>
            <a:ext cx="4267200" cy="674191"/>
          </a:xfrm>
          <a:prstGeom prst="roundRect">
            <a:avLst>
              <a:gd name="adj" fmla="val 11302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825" y="2981328"/>
            <a:ext cx="40999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成功すると...</a:t>
            </a:r>
            <a:endParaRPr lang="en-US" sz="825"/>
          </a:p>
        </p:txBody>
      </p:sp>
      <p:sp>
        <p:nvSpPr>
          <p:cNvPr id="12" name="Text 10"/>
          <p:cNvSpPr/>
          <p:nvPr/>
        </p:nvSpPr>
        <p:spPr>
          <a:xfrm>
            <a:off x="504825" y="3185074"/>
            <a:ext cx="40999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Node-REDのフローエディタ画面が表示されます</a:t>
            </a:r>
            <a:endParaRPr lang="en-US" sz="825"/>
          </a:p>
        </p:txBody>
      </p:sp>
      <p:sp>
        <p:nvSpPr>
          <p:cNvPr id="13" name="Text 11"/>
          <p:cNvSpPr/>
          <p:nvPr/>
        </p:nvSpPr>
        <p:spPr>
          <a:xfrm>
            <a:off x="381000" y="3569794"/>
            <a:ext cx="4267200" cy="958256"/>
          </a:xfrm>
          <a:prstGeom prst="roundRect">
            <a:avLst>
              <a:gd name="adj" fmla="val 5909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381000" y="3569794"/>
            <a:ext cx="19050" cy="958256"/>
          </a:xfrm>
          <a:prstGeom prst="line">
            <a:avLst/>
          </a:prstGeom>
          <a:noFill/>
          <a:ln w="38100">
            <a:solidFill>
              <a:srgbClr val="C51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14350" y="3703144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接続できない場合</a:t>
            </a:r>
            <a:endParaRPr lang="en-US" sz="825"/>
          </a:p>
        </p:txBody>
      </p:sp>
      <p:sp>
        <p:nvSpPr>
          <p:cNvPr id="16" name="Text 14"/>
          <p:cNvSpPr/>
          <p:nvPr/>
        </p:nvSpPr>
        <p:spPr>
          <a:xfrm>
            <a:off x="628650" y="3887840"/>
            <a:ext cx="4064000" cy="538609"/>
          </a:xfrm>
          <a:prstGeom prst="rect">
            <a:avLst/>
          </a:prstGeom>
          <a:noFill/>
          <a:ln/>
        </p:spPr>
        <p:txBody>
          <a:bodyPr wrap="square" lIns="47625" tIns="0" rIns="0" bIns="0" rtlCol="0" anchor="t">
            <a:spAutoFit/>
          </a:bodyPr>
          <a:lstStyle/>
          <a:p>
            <a:pPr marL="47625" indent="-47625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Node-REDが起動しているか確認</a:t>
            </a:r>
          </a:p>
          <a:p>
            <a:pPr marL="47625" indent="-47625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PCとRaspiが同じWi-Fiに接続されているか確認</a:t>
            </a:r>
          </a:p>
          <a:p>
            <a:pPr marL="47625" indent="-47625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ホスト名が正しいか確認</a:t>
            </a:r>
          </a:p>
        </p:txBody>
      </p:sp>
      <p:sp>
        <p:nvSpPr>
          <p:cNvPr id="22" name="Text 20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20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  <p:pic>
        <p:nvPicPr>
          <p:cNvPr id="23" name="Graphic 23" descr="Computer monitor icon representing browser acces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270000"/>
            <a:ext cx="1905000" cy="1905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B56216-0634-404A-AE72-31C3BC5F6687}"/>
              </a:ext>
            </a:extLst>
          </p:cNvPr>
          <p:cNvSpPr txBox="1"/>
          <p:nvPr/>
        </p:nvSpPr>
        <p:spPr>
          <a:xfrm>
            <a:off x="5461000" y="3403600"/>
            <a:ext cx="3302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55555"/>
                </a:solidFill>
                <a:latin typeface="Arial"/>
                <a:cs typeface="Arial"/>
              </a:rPr>
              <a:t>ブラウザのアドレスバーに
</a:t>
            </a:r>
            <a:r>
              <a:rPr lang="en-US" altLang="ja-JP" sz="1400">
                <a:solidFill>
                  <a:srgbClr val="555555"/>
                </a:solidFill>
                <a:latin typeface="Arial"/>
                <a:cs typeface="Arial"/>
              </a:rPr>
              <a:t>URL</a:t>
            </a:r>
            <a:r>
              <a:rPr lang="ja-JP" altLang="en-US" sz="1400">
                <a:solidFill>
                  <a:srgbClr val="555555"/>
                </a:solidFill>
                <a:latin typeface="Arial"/>
                <a:cs typeface="Arial"/>
              </a:rPr>
              <a:t>を入力してください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869998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7-1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セキュリティ設定（パスワード認証）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231702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365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365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57250" y="1405086"/>
            <a:ext cx="2540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パスワードのハッシュ値を生成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96657" y="1993702"/>
            <a:ext cx="4434215" cy="1278049"/>
          </a:xfrm>
          <a:prstGeom prst="roundRect">
            <a:avLst>
              <a:gd name="adj" fmla="val 631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127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717" y="2127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7250" y="2127943"/>
            <a:ext cx="3714462" cy="343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以下のコマンドでハッシュ値を生成し、表示された値をコピー</a:t>
            </a:r>
            <a:endParaRPr lang="ja-JP" alt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4350" y="2571726"/>
            <a:ext cx="4191000" cy="597991"/>
          </a:xfrm>
          <a:prstGeom prst="roundRect">
            <a:avLst>
              <a:gd name="adj" fmla="val 6371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650" y="2724126"/>
            <a:ext cx="404164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ja-JP" sz="1000" dirty="0">
                <a:solidFill>
                  <a:srgbClr val="00B050"/>
                </a:solidFill>
              </a:rPr>
              <a:t>node-red admin hash-pw</a:t>
            </a:r>
          </a:p>
        </p:txBody>
      </p:sp>
      <p:sp>
        <p:nvSpPr>
          <p:cNvPr id="15" name="Text 13"/>
          <p:cNvSpPr/>
          <p:nvPr/>
        </p:nvSpPr>
        <p:spPr>
          <a:xfrm>
            <a:off x="381000" y="3353693"/>
            <a:ext cx="4457700" cy="876151"/>
          </a:xfrm>
          <a:prstGeom prst="roundRect">
            <a:avLst>
              <a:gd name="adj" fmla="val 8697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825" y="3515618"/>
            <a:ext cx="4294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セキュリティに関する重要な注意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04825" y="3732758"/>
            <a:ext cx="429425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ja-JP" alt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デフォルトではNode-REDエディタにパスワードは設定されていません。同じネットワーク内の誰でもアクセスできるため、必ずパスワード認証を設定してください。</a:t>
            </a:r>
            <a:endParaRPr lang="ja-JP" altLang="en-US" sz="825"/>
          </a:p>
        </p:txBody>
      </p:sp>
      <p:sp>
        <p:nvSpPr>
          <p:cNvPr id="18" name="Text 16"/>
          <p:cNvSpPr/>
          <p:nvPr/>
        </p:nvSpPr>
        <p:spPr>
          <a:xfrm>
            <a:off x="381000" y="4382244"/>
            <a:ext cx="4457700" cy="413296"/>
          </a:xfrm>
          <a:prstGeom prst="roundRect">
            <a:avLst>
              <a:gd name="adj" fmla="val 1843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4382244"/>
            <a:ext cx="0" cy="413296"/>
          </a:xfrm>
          <a:prstGeom prst="line">
            <a:avLst/>
          </a:prstGeom>
          <a:noFill/>
          <a:ln w="381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14350" y="4515594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プロンプトが表示されたら、設定したいパスワードを入力します。表示されたハッシュ値（$2b$08$...）をコピーしておきます。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21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1505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>
                <a:solidFill>
                  <a:srgbClr val="2C8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7-2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81000" y="46479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セキュリティ設定（settings.js編集と再起動）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81000" y="1231702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365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717" y="1365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57250" y="1405086"/>
            <a:ext cx="2540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settings.jsを編集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96657" y="1993702"/>
            <a:ext cx="4434215" cy="1278049"/>
          </a:xfrm>
          <a:prstGeom prst="roundRect">
            <a:avLst>
              <a:gd name="adj" fmla="val 6310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" y="21270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C87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717" y="21270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7250" y="2127943"/>
            <a:ext cx="3714462" cy="343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>
                <a:solidFill>
                  <a:srgbClr val="1D1D1D"/>
                </a:solidFill>
                <a:latin typeface="Arial"/>
                <a:ea typeface="Arial" pitchFamily="34" charset="-122"/>
                <a:cs typeface="Arial"/>
              </a:rPr>
              <a:t>adminAuth設定を編集（passwordにハッシュ値を設定）</a:t>
            </a:r>
            <a:endParaRPr lang="ja-JP" altLang="en-US" sz="1050" b="1">
              <a:solidFill>
                <a:srgbClr val="1D1D1D"/>
              </a:solidFill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4350" y="2571726"/>
            <a:ext cx="4191000" cy="597991"/>
          </a:xfrm>
          <a:prstGeom prst="roundRect">
            <a:avLst>
              <a:gd name="adj" fmla="val 6371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650" y="2724126"/>
            <a:ext cx="404164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ja-JP" sz="1000" dirty="0">
                <a:solidFill>
                  <a:srgbClr val="00B050"/>
                </a:solidFill>
              </a:rPr>
              <a:t>nano ~/.node-red/settings.js</a:t>
            </a:r>
          </a:p>
        </p:txBody>
      </p:sp>
      <p:sp>
        <p:nvSpPr>
          <p:cNvPr id="15" name="Text 13"/>
          <p:cNvSpPr/>
          <p:nvPr/>
        </p:nvSpPr>
        <p:spPr>
          <a:xfrm>
            <a:off x="381000" y="3353693"/>
            <a:ext cx="4457700" cy="876151"/>
          </a:xfrm>
          <a:prstGeom prst="roundRect">
            <a:avLst>
              <a:gd name="adj" fmla="val 8697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825" y="3515618"/>
            <a:ext cx="4294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adminAuth設定例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04825" y="3732758"/>
            <a:ext cx="4294251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adminAuth: {</a:t>
            </a:r>
            <a:endParaRPr lang="en-US" sz="825"/>
          </a:p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users: [{ username: "admin",</a:t>
            </a:r>
            <a:endParaRPr lang="en-US" sz="825"/>
          </a:p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password: "$2b$08$...", permissions: "*" }] },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381000" y="4382244"/>
            <a:ext cx="4457700" cy="413296"/>
          </a:xfrm>
          <a:prstGeom prst="roundRect">
            <a:avLst>
              <a:gd name="adj" fmla="val 1843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4382244"/>
            <a:ext cx="0" cy="413296"/>
          </a:xfrm>
          <a:prstGeom prst="line">
            <a:avLst/>
          </a:prstGeom>
          <a:noFill/>
          <a:ln w="381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14350" y="4515594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再起動: sudo systemctl restart nodered.service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8534400" y="47815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>
                <a:solidFill>
                  <a:srgbClr val="A3A3A3"/>
                </a:solidFill>
                <a:latin typeface="Arial"/>
                <a:ea typeface="Arial" pitchFamily="34" charset="-122"/>
                <a:cs typeface="Arial"/>
              </a:rPr>
              <a:t>22 / 22</a:t>
            </a:r>
            <a:endParaRPr lang="en-US" sz="750">
              <a:solidFill>
                <a:srgbClr val="A3A3A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150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0C6658-48C0-8148-829B-268AC7AC777A}">
  <we:reference id="f5f369e5-aa35-49d7-ad7b-638152ddb008" version="1.0.0.0" store="EXCatalog" storeType="EXCatalog"/>
  <we:alternateReferences>
    <we:reference id="WA200010001" version="1.0.0.0" store="ja-JP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b47cfa-a78f-452b-9f34-3d50f3946d8b">
      <Terms xmlns="http://schemas.microsoft.com/office/infopath/2007/PartnerControls"/>
    </lcf76f155ced4ddcb4097134ff3c332f>
    <TaxCatchAll xmlns="31326680-53d0-4d73-82bf-3bf74c9b2dc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71B2726080522419BFC856607DDD254" ma:contentTypeVersion="12" ma:contentTypeDescription="新しいドキュメントを作成します。" ma:contentTypeScope="" ma:versionID="ce517552231b5d6875a0c8b8feedb72a">
  <xsd:schema xmlns:xsd="http://www.w3.org/2001/XMLSchema" xmlns:xs="http://www.w3.org/2001/XMLSchema" xmlns:p="http://schemas.microsoft.com/office/2006/metadata/properties" xmlns:ns2="98b47cfa-a78f-452b-9f34-3d50f3946d8b" xmlns:ns3="31326680-53d0-4d73-82bf-3bf74c9b2dc5" targetNamespace="http://schemas.microsoft.com/office/2006/metadata/properties" ma:root="true" ma:fieldsID="28175fc0b063b9f73bf29ef859f8ef7a" ns2:_="" ns3:_="">
    <xsd:import namespace="98b47cfa-a78f-452b-9f34-3d50f3946d8b"/>
    <xsd:import namespace="31326680-53d0-4d73-82bf-3bf74c9b2d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47cfa-a78f-452b-9f34-3d50f3946d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70b8b5b8-3b4d-4f2d-8e0e-b9d792dc74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26680-53d0-4d73-82bf-3bf74c9b2dc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fda3ed7-761b-4e94-a472-5e799099d66d}" ma:internalName="TaxCatchAll" ma:showField="CatchAllData" ma:web="31326680-53d0-4d73-82bf-3bf74c9b2d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CC7598-51EB-45C8-87A2-9D5D3CF6B03D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31326680-53d0-4d73-82bf-3bf74c9b2dc5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8b47cfa-a78f-452b-9f34-3d50f3946d8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DFFEFE5-7C15-483F-AF20-00BA62F23AA8}">
  <ds:schemaRefs>
    <ds:schemaRef ds:uri="31326680-53d0-4d73-82bf-3bf74c9b2dc5"/>
    <ds:schemaRef ds:uri="98b47cfa-a78f-452b-9f34-3d50f3946d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2F66EC1-D563-43C6-98E7-05231B2976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1513</Words>
  <Application>Microsoft Macintosh PowerPoint</Application>
  <PresentationFormat>画面に合わせる (16:9)</PresentationFormat>
  <Paragraphs>287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monospace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セットアップガイド</dc:title>
  <dc:subject>OSインストールからNode-REDまで</dc:subject>
  <dc:creator>教育資料</dc:creator>
  <cp:lastModifiedBy>Go Muto</cp:lastModifiedBy>
  <cp:revision>56</cp:revision>
  <dcterms:created xsi:type="dcterms:W3CDTF">2026-01-20T21:03:43Z</dcterms:created>
  <dcterms:modified xsi:type="dcterms:W3CDTF">2026-02-21T15:16:13Z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0x010100D71B2726080522419BFC856607DDD254</vt:lpwstr>
  </property>
  <property fmtid="{D5CDD505-2E9C-101B-9397-08002B2CF9AE}" pid="3" name="MediaServiceImageTags">
    <vt:lpwstr/>
  </property>
</Properties>
</file>